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notesSlides/notesSlide20.xml" ContentType="application/vnd.openxmlformats-officedocument.presentationml.notesSlide+xml"/>
  <Override PartName="/ppt/ink/ink48.xml" ContentType="application/inkml+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Georgia" panose="02040502050405020303" pitchFamily="18" charset="0"/>
      <p:regular r:id="rId24"/>
      <p:bold r:id="rId25"/>
      <p:italic r:id="rId26"/>
      <p:boldItalic r:id="rId27"/>
    </p:embeddedFont>
    <p:embeddedFont>
      <p:font typeface="Noto Sans Symbols" panose="020B0604020202020204" charset="0"/>
      <p:regular r:id="rId28"/>
      <p:bold r:id="rId29"/>
    </p:embeddedFont>
    <p:embeddedFont>
      <p:font typeface="Old Standard TT" panose="020B0604020202020204" charset="0"/>
      <p:regular r:id="rId30"/>
      <p:bold r:id="rId31"/>
      <p:italic r:id="rId32"/>
    </p:embeddedFont>
    <p:embeddedFont>
      <p:font typeface="Tahoma" panose="020B0604030504040204" pitchFamily="34" charset="0"/>
      <p:regular r:id="rId33"/>
      <p:bold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jGWC5unqfzmCWcY1s4HKm3YeDls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CEBFB-77C6-4AAC-BA4D-140CD06FD277}" v="15" dt="2026-02-11T09:01:40.554"/>
  </p1510:revLst>
</p1510:revInfo>
</file>

<file path=ppt/tableStyles.xml><?xml version="1.0" encoding="utf-8"?>
<a:tblStyleLst xmlns:a="http://schemas.openxmlformats.org/drawingml/2006/main" def="{DF419270-D5BD-48FD-BDD9-7F07EEACEAFA}">
  <a:tblStyle styleId="{DF419270-D5BD-48FD-BDD9-7F07EEACEAF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نواف محمد سويلم الحربى" userId="b2ba430b-8ecc-46ae-96b8-62406c39670f" providerId="ADAL" clId="{AA4ABF1A-8F6D-4439-B45A-56CB8D9FA53E}"/>
    <pc:docChg chg="undo custSel modSld">
      <pc:chgData name="نواف محمد سويلم الحربى" userId="b2ba430b-8ecc-46ae-96b8-62406c39670f" providerId="ADAL" clId="{AA4ABF1A-8F6D-4439-B45A-56CB8D9FA53E}" dt="2026-02-11T09:03:11.610" v="83" actId="9405"/>
      <pc:docMkLst>
        <pc:docMk/>
      </pc:docMkLst>
      <pc:sldChg chg="addSp delSp modSp mod">
        <pc:chgData name="نواف محمد سويلم الحربى" userId="b2ba430b-8ecc-46ae-96b8-62406c39670f" providerId="ADAL" clId="{AA4ABF1A-8F6D-4439-B45A-56CB8D9FA53E}" dt="2026-02-11T09:01:40.554" v="82"/>
        <pc:sldMkLst>
          <pc:docMk/>
          <pc:sldMk cId="0" sldId="274"/>
        </pc:sldMkLst>
        <pc:grpChg chg="del mod">
          <ac:chgData name="نواف محمد سويلم الحربى" userId="b2ba430b-8ecc-46ae-96b8-62406c39670f" providerId="ADAL" clId="{AA4ABF1A-8F6D-4439-B45A-56CB8D9FA53E}" dt="2026-02-11T08:57:37.236" v="33"/>
          <ac:grpSpMkLst>
            <pc:docMk/>
            <pc:sldMk cId="0" sldId="274"/>
            <ac:grpSpMk id="6" creationId="{A3B9F901-FD2E-A05F-3233-0DD3A4410255}"/>
          </ac:grpSpMkLst>
        </pc:grpChg>
        <pc:grpChg chg="mod">
          <ac:chgData name="نواف محمد سويلم الحربى" userId="b2ba430b-8ecc-46ae-96b8-62406c39670f" providerId="ADAL" clId="{AA4ABF1A-8F6D-4439-B45A-56CB8D9FA53E}" dt="2026-02-11T08:57:37.236" v="33"/>
          <ac:grpSpMkLst>
            <pc:docMk/>
            <pc:sldMk cId="0" sldId="274"/>
            <ac:grpSpMk id="13" creationId="{47881C72-1285-0F00-5D00-44E5BDF71748}"/>
          </ac:grpSpMkLst>
        </pc:grpChg>
        <pc:grpChg chg="del mod">
          <ac:chgData name="نواف محمد سويلم الحربى" userId="b2ba430b-8ecc-46ae-96b8-62406c39670f" providerId="ADAL" clId="{AA4ABF1A-8F6D-4439-B45A-56CB8D9FA53E}" dt="2026-02-11T08:57:46.536" v="42"/>
          <ac:grpSpMkLst>
            <pc:docMk/>
            <pc:sldMk cId="0" sldId="274"/>
            <ac:grpSpMk id="17" creationId="{5795F660-31AA-67E9-028B-0CC7D35EB242}"/>
          </ac:grpSpMkLst>
        </pc:grpChg>
        <pc:grpChg chg="del mod">
          <ac:chgData name="نواف محمد سويلم الحربى" userId="b2ba430b-8ecc-46ae-96b8-62406c39670f" providerId="ADAL" clId="{AA4ABF1A-8F6D-4439-B45A-56CB8D9FA53E}" dt="2026-02-11T08:57:55.254" v="47"/>
          <ac:grpSpMkLst>
            <pc:docMk/>
            <pc:sldMk cId="0" sldId="274"/>
            <ac:grpSpMk id="22" creationId="{56D39A76-E429-F68B-80F6-BF2BD3592B7E}"/>
          </ac:grpSpMkLst>
        </pc:grpChg>
        <pc:grpChg chg="del mod">
          <ac:chgData name="نواف محمد سويلم الحربى" userId="b2ba430b-8ecc-46ae-96b8-62406c39670f" providerId="ADAL" clId="{AA4ABF1A-8F6D-4439-B45A-56CB8D9FA53E}" dt="2026-02-11T08:57:57.496" v="51"/>
          <ac:grpSpMkLst>
            <pc:docMk/>
            <pc:sldMk cId="0" sldId="274"/>
            <ac:grpSpMk id="26" creationId="{E8A74761-C08D-97AE-54BB-F58EA6E83CB4}"/>
          </ac:grpSpMkLst>
        </pc:grpChg>
        <pc:grpChg chg="mod">
          <ac:chgData name="نواف محمد سويلم الحربى" userId="b2ba430b-8ecc-46ae-96b8-62406c39670f" providerId="ADAL" clId="{AA4ABF1A-8F6D-4439-B45A-56CB8D9FA53E}" dt="2026-02-11T08:57:57.496" v="51"/>
          <ac:grpSpMkLst>
            <pc:docMk/>
            <pc:sldMk cId="0" sldId="274"/>
            <ac:grpSpMk id="30" creationId="{6857DF6A-FFEC-8163-43A2-846B909AAC4B}"/>
          </ac:grpSpMkLst>
        </pc:grpChg>
        <pc:grpChg chg="mod">
          <ac:chgData name="نواف محمد سويلم الحربى" userId="b2ba430b-8ecc-46ae-96b8-62406c39670f" providerId="ADAL" clId="{AA4ABF1A-8F6D-4439-B45A-56CB8D9FA53E}" dt="2026-02-11T08:58:05.655" v="57"/>
          <ac:grpSpMkLst>
            <pc:docMk/>
            <pc:sldMk cId="0" sldId="274"/>
            <ac:grpSpMk id="36" creationId="{C2ACF4E1-FA00-3386-6D52-59984E7BB583}"/>
          </ac:grpSpMkLst>
        </pc:grpChg>
        <pc:grpChg chg="mod">
          <ac:chgData name="نواف محمد سويلم الحربى" userId="b2ba430b-8ecc-46ae-96b8-62406c39670f" providerId="ADAL" clId="{AA4ABF1A-8F6D-4439-B45A-56CB8D9FA53E}" dt="2026-02-11T08:58:07.174" v="60"/>
          <ac:grpSpMkLst>
            <pc:docMk/>
            <pc:sldMk cId="0" sldId="274"/>
            <ac:grpSpMk id="39" creationId="{0A9A820A-7D67-A5D0-2BD6-210D223A025F}"/>
          </ac:grpSpMkLst>
        </pc:grpChg>
        <pc:grpChg chg="del mod">
          <ac:chgData name="نواف محمد سويلم الحربى" userId="b2ba430b-8ecc-46ae-96b8-62406c39670f" providerId="ADAL" clId="{AA4ABF1A-8F6D-4439-B45A-56CB8D9FA53E}" dt="2026-02-11T08:58:15.347" v="69"/>
          <ac:grpSpMkLst>
            <pc:docMk/>
            <pc:sldMk cId="0" sldId="274"/>
            <ac:grpSpMk id="44" creationId="{C704F133-4AE8-0DEE-370C-22D7EBA814B5}"/>
          </ac:grpSpMkLst>
        </pc:grpChg>
        <pc:grpChg chg="del mod">
          <ac:chgData name="نواف محمد سويلم الحربى" userId="b2ba430b-8ecc-46ae-96b8-62406c39670f" providerId="ADAL" clId="{AA4ABF1A-8F6D-4439-B45A-56CB8D9FA53E}" dt="2026-02-11T08:58:17.484" v="73"/>
          <ac:grpSpMkLst>
            <pc:docMk/>
            <pc:sldMk cId="0" sldId="274"/>
            <ac:grpSpMk id="48" creationId="{5EEE5D22-E365-63AE-2058-64779E151AA2}"/>
          </ac:grpSpMkLst>
        </pc:grpChg>
        <pc:grpChg chg="mod">
          <ac:chgData name="نواف محمد سويلم الحربى" userId="b2ba430b-8ecc-46ae-96b8-62406c39670f" providerId="ADAL" clId="{AA4ABF1A-8F6D-4439-B45A-56CB8D9FA53E}" dt="2026-02-11T08:58:17.484" v="73"/>
          <ac:grpSpMkLst>
            <pc:docMk/>
            <pc:sldMk cId="0" sldId="274"/>
            <ac:grpSpMk id="52" creationId="{B4258911-03E5-A159-33D6-4C55E50C0ADF}"/>
          </ac:grpSpMkLst>
        </pc:grpChg>
        <pc:grpChg chg="mod">
          <ac:chgData name="نواف محمد سويلم الحربى" userId="b2ba430b-8ecc-46ae-96b8-62406c39670f" providerId="ADAL" clId="{AA4ABF1A-8F6D-4439-B45A-56CB8D9FA53E}" dt="2026-02-11T08:58:26.130" v="81"/>
          <ac:grpSpMkLst>
            <pc:docMk/>
            <pc:sldMk cId="0" sldId="274"/>
            <ac:grpSpMk id="60" creationId="{2E3B1FCF-4DC2-0E8E-77C6-1C82DEC9450D}"/>
          </ac:grpSpMkLst>
        </pc:grpChg>
        <pc:inkChg chg="add">
          <ac:chgData name="نواف محمد سويلم الحربى" userId="b2ba430b-8ecc-46ae-96b8-62406c39670f" providerId="ADAL" clId="{AA4ABF1A-8F6D-4439-B45A-56CB8D9FA53E}" dt="2026-02-11T08:50:29.784" v="22"/>
          <ac:inkMkLst>
            <pc:docMk/>
            <pc:sldMk cId="0" sldId="274"/>
            <ac:inkMk id="2" creationId="{FD64350B-23D7-6863-E817-DAACCF7217C3}"/>
          </ac:inkMkLst>
        </pc:inkChg>
        <pc:inkChg chg="add">
          <ac:chgData name="نواف محمد سويلم الحربى" userId="b2ba430b-8ecc-46ae-96b8-62406c39670f" providerId="ADAL" clId="{AA4ABF1A-8F6D-4439-B45A-56CB8D9FA53E}" dt="2026-02-11T08:52:30.544" v="23"/>
          <ac:inkMkLst>
            <pc:docMk/>
            <pc:sldMk cId="0" sldId="274"/>
            <ac:inkMk id="3" creationId="{2257FE32-23C5-A280-59B7-CEC72177852E}"/>
          </ac:inkMkLst>
        </pc:inkChg>
        <pc:inkChg chg="add mod">
          <ac:chgData name="نواف محمد سويلم الحربى" userId="b2ba430b-8ecc-46ae-96b8-62406c39670f" providerId="ADAL" clId="{AA4ABF1A-8F6D-4439-B45A-56CB8D9FA53E}" dt="2026-02-11T08:57:37.236" v="33"/>
          <ac:inkMkLst>
            <pc:docMk/>
            <pc:sldMk cId="0" sldId="274"/>
            <ac:inkMk id="4" creationId="{4D212867-940D-4394-B80E-DF168CBBD092}"/>
          </ac:inkMkLst>
        </pc:inkChg>
        <pc:inkChg chg="add mod">
          <ac:chgData name="نواف محمد سويلم الحربى" userId="b2ba430b-8ecc-46ae-96b8-62406c39670f" providerId="ADAL" clId="{AA4ABF1A-8F6D-4439-B45A-56CB8D9FA53E}" dt="2026-02-11T08:57:37.236" v="33"/>
          <ac:inkMkLst>
            <pc:docMk/>
            <pc:sldMk cId="0" sldId="274"/>
            <ac:inkMk id="5" creationId="{969957BF-F241-8021-2D09-CE7ABC6FC283}"/>
          </ac:inkMkLst>
        </pc:inkChg>
        <pc:inkChg chg="add mod">
          <ac:chgData name="نواف محمد سويلم الحربى" userId="b2ba430b-8ecc-46ae-96b8-62406c39670f" providerId="ADAL" clId="{AA4ABF1A-8F6D-4439-B45A-56CB8D9FA53E}" dt="2026-02-11T08:57:37.236" v="33"/>
          <ac:inkMkLst>
            <pc:docMk/>
            <pc:sldMk cId="0" sldId="274"/>
            <ac:inkMk id="7" creationId="{2CCF30DD-FE24-F692-944E-10CFDBDD1F4D}"/>
          </ac:inkMkLst>
        </pc:inkChg>
        <pc:inkChg chg="add mod">
          <ac:chgData name="نواف محمد سويلم الحربى" userId="b2ba430b-8ecc-46ae-96b8-62406c39670f" providerId="ADAL" clId="{AA4ABF1A-8F6D-4439-B45A-56CB8D9FA53E}" dt="2026-02-11T08:57:37.236" v="33"/>
          <ac:inkMkLst>
            <pc:docMk/>
            <pc:sldMk cId="0" sldId="274"/>
            <ac:inkMk id="8" creationId="{C6BC506B-165F-B837-31FE-B5B10303BE21}"/>
          </ac:inkMkLst>
        </pc:inkChg>
        <pc:inkChg chg="add mod">
          <ac:chgData name="نواف محمد سويلم الحربى" userId="b2ba430b-8ecc-46ae-96b8-62406c39670f" providerId="ADAL" clId="{AA4ABF1A-8F6D-4439-B45A-56CB8D9FA53E}" dt="2026-02-11T08:57:37.236" v="33"/>
          <ac:inkMkLst>
            <pc:docMk/>
            <pc:sldMk cId="0" sldId="274"/>
            <ac:inkMk id="9" creationId="{5C9C0201-58B7-F040-5A1B-BFF6223B3653}"/>
          </ac:inkMkLst>
        </pc:inkChg>
        <pc:inkChg chg="add mod">
          <ac:chgData name="نواف محمد سويلم الحربى" userId="b2ba430b-8ecc-46ae-96b8-62406c39670f" providerId="ADAL" clId="{AA4ABF1A-8F6D-4439-B45A-56CB8D9FA53E}" dt="2026-02-11T08:57:37.236" v="33"/>
          <ac:inkMkLst>
            <pc:docMk/>
            <pc:sldMk cId="0" sldId="274"/>
            <ac:inkMk id="10" creationId="{754A5EC2-3E2C-A56E-D215-748F4929B79B}"/>
          </ac:inkMkLst>
        </pc:inkChg>
        <pc:inkChg chg="add mod">
          <ac:chgData name="نواف محمد سويلم الحربى" userId="b2ba430b-8ecc-46ae-96b8-62406c39670f" providerId="ADAL" clId="{AA4ABF1A-8F6D-4439-B45A-56CB8D9FA53E}" dt="2026-02-11T08:57:37.236" v="33"/>
          <ac:inkMkLst>
            <pc:docMk/>
            <pc:sldMk cId="0" sldId="274"/>
            <ac:inkMk id="11" creationId="{9A95B678-BADF-EE09-4988-A6196316B85D}"/>
          </ac:inkMkLst>
        </pc:inkChg>
        <pc:inkChg chg="add">
          <ac:chgData name="نواف محمد سويلم الحربى" userId="b2ba430b-8ecc-46ae-96b8-62406c39670f" providerId="ADAL" clId="{AA4ABF1A-8F6D-4439-B45A-56CB8D9FA53E}" dt="2026-02-11T08:57:36.715" v="32" actId="9405"/>
          <ac:inkMkLst>
            <pc:docMk/>
            <pc:sldMk cId="0" sldId="274"/>
            <ac:inkMk id="12" creationId="{B358975F-1C2E-AF11-DD29-8F07B6FEFF18}"/>
          </ac:inkMkLst>
        </pc:inkChg>
        <pc:inkChg chg="add mod">
          <ac:chgData name="نواف محمد سويلم الحربى" userId="b2ba430b-8ecc-46ae-96b8-62406c39670f" providerId="ADAL" clId="{AA4ABF1A-8F6D-4439-B45A-56CB8D9FA53E}" dt="2026-02-11T08:57:57.496" v="51"/>
          <ac:inkMkLst>
            <pc:docMk/>
            <pc:sldMk cId="0" sldId="274"/>
            <ac:inkMk id="14" creationId="{214A0222-E777-2705-1745-DB24A403D6C3}"/>
          </ac:inkMkLst>
        </pc:inkChg>
        <pc:inkChg chg="add mod">
          <ac:chgData name="نواف محمد سويلم الحربى" userId="b2ba430b-8ecc-46ae-96b8-62406c39670f" providerId="ADAL" clId="{AA4ABF1A-8F6D-4439-B45A-56CB8D9FA53E}" dt="2026-02-11T08:57:55.254" v="47"/>
          <ac:inkMkLst>
            <pc:docMk/>
            <pc:sldMk cId="0" sldId="274"/>
            <ac:inkMk id="15" creationId="{080A84B6-7715-723F-9ADC-F43A392CCB97}"/>
          </ac:inkMkLst>
        </pc:inkChg>
        <pc:inkChg chg="add mod">
          <ac:chgData name="نواف محمد سويلم الحربى" userId="b2ba430b-8ecc-46ae-96b8-62406c39670f" providerId="ADAL" clId="{AA4ABF1A-8F6D-4439-B45A-56CB8D9FA53E}" dt="2026-02-11T08:57:55.254" v="47"/>
          <ac:inkMkLst>
            <pc:docMk/>
            <pc:sldMk cId="0" sldId="274"/>
            <ac:inkMk id="16" creationId="{AD442742-E709-B043-90DA-F2116E649953}"/>
          </ac:inkMkLst>
        </pc:inkChg>
        <pc:inkChg chg="add mod">
          <ac:chgData name="نواف محمد سويلم الحربى" userId="b2ba430b-8ecc-46ae-96b8-62406c39670f" providerId="ADAL" clId="{AA4ABF1A-8F6D-4439-B45A-56CB8D9FA53E}" dt="2026-02-11T08:57:57.496" v="51"/>
          <ac:inkMkLst>
            <pc:docMk/>
            <pc:sldMk cId="0" sldId="274"/>
            <ac:inkMk id="18" creationId="{0C321548-5D55-0A3B-4E3E-9BC960FE3B6F}"/>
          </ac:inkMkLst>
        </pc:inkChg>
        <pc:inkChg chg="add mod">
          <ac:chgData name="نواف محمد سويلم الحربى" userId="b2ba430b-8ecc-46ae-96b8-62406c39670f" providerId="ADAL" clId="{AA4ABF1A-8F6D-4439-B45A-56CB8D9FA53E}" dt="2026-02-11T08:57:57.496" v="51"/>
          <ac:inkMkLst>
            <pc:docMk/>
            <pc:sldMk cId="0" sldId="274"/>
            <ac:inkMk id="19" creationId="{3ADA79F2-BA5A-9F61-9A43-693BA56C668C}"/>
          </ac:inkMkLst>
        </pc:inkChg>
        <pc:inkChg chg="add mod">
          <ac:chgData name="نواف محمد سويلم الحربى" userId="b2ba430b-8ecc-46ae-96b8-62406c39670f" providerId="ADAL" clId="{AA4ABF1A-8F6D-4439-B45A-56CB8D9FA53E}" dt="2026-02-11T08:57:57.496" v="51"/>
          <ac:inkMkLst>
            <pc:docMk/>
            <pc:sldMk cId="0" sldId="274"/>
            <ac:inkMk id="20" creationId="{1A00A0B7-16F9-03A6-B88D-838A46ACDBC6}"/>
          </ac:inkMkLst>
        </pc:inkChg>
        <pc:inkChg chg="add mod">
          <ac:chgData name="نواف محمد سويلم الحربى" userId="b2ba430b-8ecc-46ae-96b8-62406c39670f" providerId="ADAL" clId="{AA4ABF1A-8F6D-4439-B45A-56CB8D9FA53E}" dt="2026-02-11T08:57:57.496" v="51"/>
          <ac:inkMkLst>
            <pc:docMk/>
            <pc:sldMk cId="0" sldId="274"/>
            <ac:inkMk id="21" creationId="{A543E6B8-606B-741C-59EE-26AC28598671}"/>
          </ac:inkMkLst>
        </pc:inkChg>
        <pc:inkChg chg="add del">
          <ac:chgData name="نواف محمد سويلم الحربى" userId="b2ba430b-8ecc-46ae-96b8-62406c39670f" providerId="ADAL" clId="{AA4ABF1A-8F6D-4439-B45A-56CB8D9FA53E}" dt="2026-02-11T08:57:52.184" v="44" actId="9405"/>
          <ac:inkMkLst>
            <pc:docMk/>
            <pc:sldMk cId="0" sldId="274"/>
            <ac:inkMk id="23" creationId="{20CE3AA2-119D-634C-1CE5-05F8D4D3314D}"/>
          </ac:inkMkLst>
        </pc:inkChg>
        <pc:inkChg chg="add mod">
          <ac:chgData name="نواف محمد سويلم الحربى" userId="b2ba430b-8ecc-46ae-96b8-62406c39670f" providerId="ADAL" clId="{AA4ABF1A-8F6D-4439-B45A-56CB8D9FA53E}" dt="2026-02-11T08:57:57.496" v="51"/>
          <ac:inkMkLst>
            <pc:docMk/>
            <pc:sldMk cId="0" sldId="274"/>
            <ac:inkMk id="24" creationId="{04B6C4AE-9BB7-F4ED-ECDD-FA0C445BA7B2}"/>
          </ac:inkMkLst>
        </pc:inkChg>
        <pc:inkChg chg="add">
          <ac:chgData name="نواف محمد سويلم الحربى" userId="b2ba430b-8ecc-46ae-96b8-62406c39670f" providerId="ADAL" clId="{AA4ABF1A-8F6D-4439-B45A-56CB8D9FA53E}" dt="2026-02-11T08:57:54.605" v="46" actId="9405"/>
          <ac:inkMkLst>
            <pc:docMk/>
            <pc:sldMk cId="0" sldId="274"/>
            <ac:inkMk id="25" creationId="{7471EB40-74BF-39AD-A5C7-B91F9EF7618A}"/>
          </ac:inkMkLst>
        </pc:inkChg>
        <pc:inkChg chg="add mod">
          <ac:chgData name="نواف محمد سويلم الحربى" userId="b2ba430b-8ecc-46ae-96b8-62406c39670f" providerId="ADAL" clId="{AA4ABF1A-8F6D-4439-B45A-56CB8D9FA53E}" dt="2026-02-11T08:57:57.496" v="51"/>
          <ac:inkMkLst>
            <pc:docMk/>
            <pc:sldMk cId="0" sldId="274"/>
            <ac:inkMk id="27" creationId="{F3619BCE-F051-119C-A03B-642DD737FD19}"/>
          </ac:inkMkLst>
        </pc:inkChg>
        <pc:inkChg chg="add mod">
          <ac:chgData name="نواف محمد سويلم الحربى" userId="b2ba430b-8ecc-46ae-96b8-62406c39670f" providerId="ADAL" clId="{AA4ABF1A-8F6D-4439-B45A-56CB8D9FA53E}" dt="2026-02-11T08:57:57.496" v="51"/>
          <ac:inkMkLst>
            <pc:docMk/>
            <pc:sldMk cId="0" sldId="274"/>
            <ac:inkMk id="28" creationId="{738FD23C-981B-A909-57B0-BD46F9222A25}"/>
          </ac:inkMkLst>
        </pc:inkChg>
        <pc:inkChg chg="add">
          <ac:chgData name="نواف محمد سويلم الحربى" userId="b2ba430b-8ecc-46ae-96b8-62406c39670f" providerId="ADAL" clId="{AA4ABF1A-8F6D-4439-B45A-56CB8D9FA53E}" dt="2026-02-11T08:57:56.825" v="50" actId="9405"/>
          <ac:inkMkLst>
            <pc:docMk/>
            <pc:sldMk cId="0" sldId="274"/>
            <ac:inkMk id="29" creationId="{BBFF8BD7-5599-937A-10D8-55B94C4FD436}"/>
          </ac:inkMkLst>
        </pc:inkChg>
        <pc:inkChg chg="add mod">
          <ac:chgData name="نواف محمد سويلم الحربى" userId="b2ba430b-8ecc-46ae-96b8-62406c39670f" providerId="ADAL" clId="{AA4ABF1A-8F6D-4439-B45A-56CB8D9FA53E}" dt="2026-02-11T08:58:05.655" v="57"/>
          <ac:inkMkLst>
            <pc:docMk/>
            <pc:sldMk cId="0" sldId="274"/>
            <ac:inkMk id="31" creationId="{F9A48A14-811E-7902-6C78-CD724FEB9655}"/>
          </ac:inkMkLst>
        </pc:inkChg>
        <pc:inkChg chg="add mod">
          <ac:chgData name="نواف محمد سويلم الحربى" userId="b2ba430b-8ecc-46ae-96b8-62406c39670f" providerId="ADAL" clId="{AA4ABF1A-8F6D-4439-B45A-56CB8D9FA53E}" dt="2026-02-11T08:58:05.655" v="57"/>
          <ac:inkMkLst>
            <pc:docMk/>
            <pc:sldMk cId="0" sldId="274"/>
            <ac:inkMk id="32" creationId="{1E91667E-D253-E820-710F-4B033DE6473C}"/>
          </ac:inkMkLst>
        </pc:inkChg>
        <pc:inkChg chg="add mod">
          <ac:chgData name="نواف محمد سويلم الحربى" userId="b2ba430b-8ecc-46ae-96b8-62406c39670f" providerId="ADAL" clId="{AA4ABF1A-8F6D-4439-B45A-56CB8D9FA53E}" dt="2026-02-11T08:58:05.655" v="57"/>
          <ac:inkMkLst>
            <pc:docMk/>
            <pc:sldMk cId="0" sldId="274"/>
            <ac:inkMk id="33" creationId="{7D1E41E1-D3B0-BAA6-F45B-0BA8BEA9C7AB}"/>
          </ac:inkMkLst>
        </pc:inkChg>
        <pc:inkChg chg="add mod">
          <ac:chgData name="نواف محمد سويلم الحربى" userId="b2ba430b-8ecc-46ae-96b8-62406c39670f" providerId="ADAL" clId="{AA4ABF1A-8F6D-4439-B45A-56CB8D9FA53E}" dt="2026-02-11T08:58:05.655" v="57"/>
          <ac:inkMkLst>
            <pc:docMk/>
            <pc:sldMk cId="0" sldId="274"/>
            <ac:inkMk id="34" creationId="{08F2B1AA-14F5-D7F5-10DC-1F42AE884304}"/>
          </ac:inkMkLst>
        </pc:inkChg>
        <pc:inkChg chg="add mod">
          <ac:chgData name="نواف محمد سويلم الحربى" userId="b2ba430b-8ecc-46ae-96b8-62406c39670f" providerId="ADAL" clId="{AA4ABF1A-8F6D-4439-B45A-56CB8D9FA53E}" dt="2026-02-11T08:58:05.655" v="57"/>
          <ac:inkMkLst>
            <pc:docMk/>
            <pc:sldMk cId="0" sldId="274"/>
            <ac:inkMk id="35" creationId="{DC30AE3A-533F-AD76-2F4F-3BE346DC7E60}"/>
          </ac:inkMkLst>
        </pc:inkChg>
        <pc:inkChg chg="add mod">
          <ac:chgData name="نواف محمد سويلم الحربى" userId="b2ba430b-8ecc-46ae-96b8-62406c39670f" providerId="ADAL" clId="{AA4ABF1A-8F6D-4439-B45A-56CB8D9FA53E}" dt="2026-02-11T08:58:07.174" v="60"/>
          <ac:inkMkLst>
            <pc:docMk/>
            <pc:sldMk cId="0" sldId="274"/>
            <ac:inkMk id="37" creationId="{32F41F08-38EA-DE1C-6E19-D629BA9D90A7}"/>
          </ac:inkMkLst>
        </pc:inkChg>
        <pc:inkChg chg="add mod">
          <ac:chgData name="نواف محمد سويلم الحربى" userId="b2ba430b-8ecc-46ae-96b8-62406c39670f" providerId="ADAL" clId="{AA4ABF1A-8F6D-4439-B45A-56CB8D9FA53E}" dt="2026-02-11T08:58:07.174" v="60"/>
          <ac:inkMkLst>
            <pc:docMk/>
            <pc:sldMk cId="0" sldId="274"/>
            <ac:inkMk id="38" creationId="{D567D3DC-9334-1178-BF69-0755CFDD889B}"/>
          </ac:inkMkLst>
        </pc:inkChg>
        <pc:inkChg chg="add mod">
          <ac:chgData name="نواف محمد سويلم الحربى" userId="b2ba430b-8ecc-46ae-96b8-62406c39670f" providerId="ADAL" clId="{AA4ABF1A-8F6D-4439-B45A-56CB8D9FA53E}" dt="2026-02-11T08:58:17.484" v="73"/>
          <ac:inkMkLst>
            <pc:docMk/>
            <pc:sldMk cId="0" sldId="274"/>
            <ac:inkMk id="40" creationId="{FB2F2749-585D-39B7-7B3B-85F39673D119}"/>
          </ac:inkMkLst>
        </pc:inkChg>
        <pc:inkChg chg="add mod">
          <ac:chgData name="نواف محمد سويلم الحربى" userId="b2ba430b-8ecc-46ae-96b8-62406c39670f" providerId="ADAL" clId="{AA4ABF1A-8F6D-4439-B45A-56CB8D9FA53E}" dt="2026-02-11T08:58:17.484" v="73"/>
          <ac:inkMkLst>
            <pc:docMk/>
            <pc:sldMk cId="0" sldId="274"/>
            <ac:inkMk id="41" creationId="{E01D8F94-5683-E063-9A34-42062B60F301}"/>
          </ac:inkMkLst>
        </pc:inkChg>
        <pc:inkChg chg="add mod">
          <ac:chgData name="نواف محمد سويلم الحربى" userId="b2ba430b-8ecc-46ae-96b8-62406c39670f" providerId="ADAL" clId="{AA4ABF1A-8F6D-4439-B45A-56CB8D9FA53E}" dt="2026-02-11T08:58:17.484" v="73"/>
          <ac:inkMkLst>
            <pc:docMk/>
            <pc:sldMk cId="0" sldId="274"/>
            <ac:inkMk id="42" creationId="{74BCF129-5866-8C13-B3E9-EEAEA34DF006}"/>
          </ac:inkMkLst>
        </pc:inkChg>
        <pc:inkChg chg="add mod">
          <ac:chgData name="نواف محمد سويلم الحربى" userId="b2ba430b-8ecc-46ae-96b8-62406c39670f" providerId="ADAL" clId="{AA4ABF1A-8F6D-4439-B45A-56CB8D9FA53E}" dt="2026-02-11T08:58:17.484" v="73"/>
          <ac:inkMkLst>
            <pc:docMk/>
            <pc:sldMk cId="0" sldId="274"/>
            <ac:inkMk id="43" creationId="{27A3B5CD-5AAB-6FD9-F340-D46BC89CAFCB}"/>
          </ac:inkMkLst>
        </pc:inkChg>
        <pc:inkChg chg="add mod">
          <ac:chgData name="نواف محمد سويلم الحربى" userId="b2ba430b-8ecc-46ae-96b8-62406c39670f" providerId="ADAL" clId="{AA4ABF1A-8F6D-4439-B45A-56CB8D9FA53E}" dt="2026-02-11T08:58:15.347" v="69"/>
          <ac:inkMkLst>
            <pc:docMk/>
            <pc:sldMk cId="0" sldId="274"/>
            <ac:inkMk id="45" creationId="{5A2E00EF-6264-7816-B5C6-225034E2D9DF}"/>
          </ac:inkMkLst>
        </pc:inkChg>
        <pc:inkChg chg="add mod">
          <ac:chgData name="نواف محمد سويلم الحربى" userId="b2ba430b-8ecc-46ae-96b8-62406c39670f" providerId="ADAL" clId="{AA4ABF1A-8F6D-4439-B45A-56CB8D9FA53E}" dt="2026-02-11T08:58:17.484" v="73"/>
          <ac:inkMkLst>
            <pc:docMk/>
            <pc:sldMk cId="0" sldId="274"/>
            <ac:inkMk id="46" creationId="{CF176F4B-46B2-4CB7-42DF-F43D71C66590}"/>
          </ac:inkMkLst>
        </pc:inkChg>
        <pc:inkChg chg="add mod">
          <ac:chgData name="نواف محمد سويلم الحربى" userId="b2ba430b-8ecc-46ae-96b8-62406c39670f" providerId="ADAL" clId="{AA4ABF1A-8F6D-4439-B45A-56CB8D9FA53E}" dt="2026-02-11T08:58:15.347" v="69"/>
          <ac:inkMkLst>
            <pc:docMk/>
            <pc:sldMk cId="0" sldId="274"/>
            <ac:inkMk id="47" creationId="{72DA5821-D261-0492-E874-532D56E025B0}"/>
          </ac:inkMkLst>
        </pc:inkChg>
        <pc:inkChg chg="add mod">
          <ac:chgData name="نواف محمد سويلم الحربى" userId="b2ba430b-8ecc-46ae-96b8-62406c39670f" providerId="ADAL" clId="{AA4ABF1A-8F6D-4439-B45A-56CB8D9FA53E}" dt="2026-02-11T08:58:17.484" v="73"/>
          <ac:inkMkLst>
            <pc:docMk/>
            <pc:sldMk cId="0" sldId="274"/>
            <ac:inkMk id="49" creationId="{64D98151-7D0D-6BC9-76ED-9CBEC4A4FD34}"/>
          </ac:inkMkLst>
        </pc:inkChg>
        <pc:inkChg chg="add mod">
          <ac:chgData name="نواف محمد سويلم الحربى" userId="b2ba430b-8ecc-46ae-96b8-62406c39670f" providerId="ADAL" clId="{AA4ABF1A-8F6D-4439-B45A-56CB8D9FA53E}" dt="2026-02-11T08:58:17.484" v="73"/>
          <ac:inkMkLst>
            <pc:docMk/>
            <pc:sldMk cId="0" sldId="274"/>
            <ac:inkMk id="50" creationId="{963D2350-439F-F8C0-4BA1-FBD681C8ED92}"/>
          </ac:inkMkLst>
        </pc:inkChg>
        <pc:inkChg chg="add mod">
          <ac:chgData name="نواف محمد سويلم الحربى" userId="b2ba430b-8ecc-46ae-96b8-62406c39670f" providerId="ADAL" clId="{AA4ABF1A-8F6D-4439-B45A-56CB8D9FA53E}" dt="2026-02-11T08:58:17.484" v="73"/>
          <ac:inkMkLst>
            <pc:docMk/>
            <pc:sldMk cId="0" sldId="274"/>
            <ac:inkMk id="51" creationId="{52D21814-1E43-B89E-7CBA-F0E451FF78FB}"/>
          </ac:inkMkLst>
        </pc:inkChg>
        <pc:inkChg chg="add">
          <ac:chgData name="نواف محمد سويلم الحربى" userId="b2ba430b-8ecc-46ae-96b8-62406c39670f" providerId="ADAL" clId="{AA4ABF1A-8F6D-4439-B45A-56CB8D9FA53E}" dt="2026-02-11T08:58:17.504" v="74" actId="9405"/>
          <ac:inkMkLst>
            <pc:docMk/>
            <pc:sldMk cId="0" sldId="274"/>
            <ac:inkMk id="53" creationId="{57F56497-6AA8-0B95-71EF-5050293E4A29}"/>
          </ac:inkMkLst>
        </pc:inkChg>
        <pc:inkChg chg="add">
          <ac:chgData name="نواف محمد سويلم الحربى" userId="b2ba430b-8ecc-46ae-96b8-62406c39670f" providerId="ADAL" clId="{AA4ABF1A-8F6D-4439-B45A-56CB8D9FA53E}" dt="2026-02-11T08:58:17.956" v="75" actId="9405"/>
          <ac:inkMkLst>
            <pc:docMk/>
            <pc:sldMk cId="0" sldId="274"/>
            <ac:inkMk id="54" creationId="{39D9BF3A-1413-64DB-D066-6A0DF2F5AC61}"/>
          </ac:inkMkLst>
        </pc:inkChg>
        <pc:inkChg chg="add">
          <ac:chgData name="نواف محمد سويلم الحربى" userId="b2ba430b-8ecc-46ae-96b8-62406c39670f" providerId="ADAL" clId="{AA4ABF1A-8F6D-4439-B45A-56CB8D9FA53E}" dt="2026-02-11T08:58:20.816" v="76" actId="9405"/>
          <ac:inkMkLst>
            <pc:docMk/>
            <pc:sldMk cId="0" sldId="274"/>
            <ac:inkMk id="55" creationId="{B860F1E2-7E1C-4744-0E79-0F0CFCF326CA}"/>
          </ac:inkMkLst>
        </pc:inkChg>
        <pc:inkChg chg="add mod">
          <ac:chgData name="نواف محمد سويلم الحربى" userId="b2ba430b-8ecc-46ae-96b8-62406c39670f" providerId="ADAL" clId="{AA4ABF1A-8F6D-4439-B45A-56CB8D9FA53E}" dt="2026-02-11T08:58:26.130" v="81"/>
          <ac:inkMkLst>
            <pc:docMk/>
            <pc:sldMk cId="0" sldId="274"/>
            <ac:inkMk id="56" creationId="{1583F9D9-9E83-71B4-66C8-C1A4BC8BFB1C}"/>
          </ac:inkMkLst>
        </pc:inkChg>
        <pc:inkChg chg="add mod">
          <ac:chgData name="نواف محمد سويلم الحربى" userId="b2ba430b-8ecc-46ae-96b8-62406c39670f" providerId="ADAL" clId="{AA4ABF1A-8F6D-4439-B45A-56CB8D9FA53E}" dt="2026-02-11T08:58:26.130" v="81"/>
          <ac:inkMkLst>
            <pc:docMk/>
            <pc:sldMk cId="0" sldId="274"/>
            <ac:inkMk id="57" creationId="{4CBF752F-207B-605D-EEE6-43AC7DB37C30}"/>
          </ac:inkMkLst>
        </pc:inkChg>
        <pc:inkChg chg="add mod">
          <ac:chgData name="نواف محمد سويلم الحربى" userId="b2ba430b-8ecc-46ae-96b8-62406c39670f" providerId="ADAL" clId="{AA4ABF1A-8F6D-4439-B45A-56CB8D9FA53E}" dt="2026-02-11T08:58:26.130" v="81"/>
          <ac:inkMkLst>
            <pc:docMk/>
            <pc:sldMk cId="0" sldId="274"/>
            <ac:inkMk id="58" creationId="{3F606A77-3EAD-B19F-5263-9ECB6D0E4859}"/>
          </ac:inkMkLst>
        </pc:inkChg>
        <pc:inkChg chg="add mod">
          <ac:chgData name="نواف محمد سويلم الحربى" userId="b2ba430b-8ecc-46ae-96b8-62406c39670f" providerId="ADAL" clId="{AA4ABF1A-8F6D-4439-B45A-56CB8D9FA53E}" dt="2026-02-11T08:58:26.130" v="81"/>
          <ac:inkMkLst>
            <pc:docMk/>
            <pc:sldMk cId="0" sldId="274"/>
            <ac:inkMk id="59" creationId="{E2E95991-A03D-FC69-6F8D-0F8C933B3F48}"/>
          </ac:inkMkLst>
        </pc:inkChg>
        <pc:inkChg chg="add">
          <ac:chgData name="نواف محمد سويلم الحربى" userId="b2ba430b-8ecc-46ae-96b8-62406c39670f" providerId="ADAL" clId="{AA4ABF1A-8F6D-4439-B45A-56CB8D9FA53E}" dt="2026-02-11T09:01:40.554" v="82"/>
          <ac:inkMkLst>
            <pc:docMk/>
            <pc:sldMk cId="0" sldId="274"/>
            <ac:inkMk id="61" creationId="{4BC0F31E-FE99-87E9-3B1F-67D4AD98BEA9}"/>
          </ac:inkMkLst>
        </pc:inkChg>
      </pc:sldChg>
      <pc:sldChg chg="addSp mod">
        <pc:chgData name="نواف محمد سويلم الحربى" userId="b2ba430b-8ecc-46ae-96b8-62406c39670f" providerId="ADAL" clId="{AA4ABF1A-8F6D-4439-B45A-56CB8D9FA53E}" dt="2026-02-11T09:03:11.610" v="83" actId="9405"/>
        <pc:sldMkLst>
          <pc:docMk/>
          <pc:sldMk cId="0" sldId="275"/>
        </pc:sldMkLst>
        <pc:inkChg chg="add">
          <ac:chgData name="نواف محمد سويلم الحربى" userId="b2ba430b-8ecc-46ae-96b8-62406c39670f" providerId="ADAL" clId="{AA4ABF1A-8F6D-4439-B45A-56CB8D9FA53E}" dt="2026-02-11T09:03:11.610" v="83" actId="9405"/>
          <ac:inkMkLst>
            <pc:docMk/>
            <pc:sldMk cId="0" sldId="275"/>
            <ac:inkMk id="2" creationId="{BBD31E82-2DC0-93EF-38C4-95E8B48E9FCD}"/>
          </ac:inkMkLst>
        </pc:inkChg>
      </pc:sldChg>
    </pc:docChg>
  </pc:docChgLst>
</pc:chgInfo>
</file>

<file path=ppt/ink/ink1.xml><?xml version="1.0" encoding="utf-8"?>
<inkml:ink xmlns:inkml="http://www.w3.org/2003/InkML">
  <inkml:definitions>
    <inkml:context xml:id="ctx0">
      <inkml:inkSource xml:id="inkSrc0">
        <inkml:traceFormat>
          <inkml:channel name="X" type="integer" max="18176" units="cm"/>
          <inkml:channel name="Y" type="integer" max="11008" units="cm"/>
          <inkml:channel name="F" type="integer" max="4096" units="dev"/>
          <inkml:channel name="T" type="integer" max="2.14748E9" units="dev"/>
        </inkml:traceFormat>
        <inkml:channelProperties>
          <inkml:channelProperty channel="X" name="resolution" value="588.22009" units="1/cm"/>
          <inkml:channelProperty channel="Y" name="resolution" value="632.64368" units="1/cm"/>
          <inkml:channelProperty channel="F" name="resolution" value="0" units="1/dev"/>
          <inkml:channelProperty channel="T" name="resolution" value="1" units="1/dev"/>
        </inkml:channelProperties>
      </inkml:inkSource>
      <inkml:timestamp xml:id="ts0" timeString="2026-02-11T08:49:40.574"/>
    </inkml:context>
    <inkml:brush xml:id="br0">
      <inkml:brushProperty name="width" value="0.05292" units="cm"/>
      <inkml:brushProperty name="height" value="0.05292" units="cm"/>
      <inkml:brushProperty name="color" value="#FF0000"/>
    </inkml:brush>
  </inkml:definitions>
  <inkml:trace contextRef="#ctx0" brushRef="#br0">14753 7170 614 0,'-3'3'0'15,"3"-3"0"-15,-2 5 0 0,2-5 4 0,-11 4 0 0,11-4 0 16,-12 3 0-16,12-3 11 0,-9 4 0 0,9-4 1 16,-6 5 0-16,6-5-3 0,-3 0 1 0,3 0-1 15,0 0 1-15,0 0 4 0,0 0 0 0,0 0 0 16,0 0 1-16,0 0-8 0,0 0 0 0,0 0 0 16,3-5 1-16,-3 5-5 0,6-4 1 0,-6 4 0 15,8-3 0-15,-8 3-2 0,7-4-1 0,-7 4 1 16,13 0 1-16,-13 0-1 0,19 0 1 0,-19 0 0 15,24 0 0-15,-24 0-3 0,32-1 0 0,-14 1 1 16,5 1-1-16,-3 3 0 0,4-1-1 0,-1-3 1 0,-3 0 0 0,-1 0-3 16,-1 0 1-16,-1-3 1 0,0 3-1 0,-2-4-2 0,-2 3 1 15,2-1 0-15,2 2 0 0,-1 2-1 16,3-1 0-16,0-1 0 0,-1 0 1 0,3 4-1 16,-1-1 0-16,-1-1 0 0,-2 0 2 0,-1-1-2 15,1 3 0-15,0-4 0 0,2 2 0 0,1-1 0 0,2 1 1 16,3 2-1-16,1-4 1 0,4 3 0 15,-4-3 1-15,3 0 0 0,3-3 1 0,3 3 0 0,1-7 1 16,-3 5 0-16,-1-2 0 0,0 3 2 16,-1-3 0-16,1 1-1 0,-2 3 1 0,0 0 5 15,-4-4 0-15,0 3 0 0,-2 1 1 0,0 1-1 16,1 3 1-16,-1-1-1 0,-2-1 2 0,1 5-2 0,-3-2 0 16,2 2 0-16,3-2 1 0,-1 2-3 0,2 2 1 15,-2-1-1-15,2-4 1 0,6-1-2 0,0 3 0 16,-3-5-1-16,1 3 2 0,2-1 3 0,-4 1-1 15,5-3 0-15,1-1 0 0,7-1-5 0,-2-6-1 16,0 2 1-16,0-1 0 0,-1 3 0 0,-3-4 1 16,-2 2 0-16,-1 1 1 0,0 3-6 0,-2-1 1 0,1 0 1 15,-5 2-1-15,0 0-1 0,-3 0 2 0,3 0-1 16,4 4 0-16,1 1-3 0,5 3 2 0,-3-2-1 16,-1 1 0-16,0-2 1 0,-2 3 0 0,1-1 1 15,1-3-1-15,-4-2 0 0,3-2 1 0,-1-2 0 16,4 2 0-16,1-4 0 0,3 4 1 0,-3-3-1 15,-2 1 0-15,-1 0 2 0,0 1-1 0,-2-3 1 16,-1-1-1-16,1 2 1 0,0-3 1 0,0 3-1 16,0-4 1-16,-2 4-1 0,0 1 2 0,-4 2-1 0,0 0 0 15,-3 2 1-15,-3 4 1 0,1 0-1 0,-1 1 1 16,3 1-2-16,1 4 1 0,-3 0 0 0,1 1 0 16,1-5-1-16,-2 4 2 0,1 0-1 15,1 2 1-15,1 2-2 0,4-2 1 0,-4-4 0 0,1-1 0 16,1-4-2-16,0-2 2 0,2-6-1 0,4-1 0 0,-4 3 0 15,4-6 0-15,2 2-1 0,1-4 1 0,1 2-2 16,-3-2 2-16,1 1 0 0,-2-1-1 0,2 2-2 16,-6 5 2-16,0-1-1 0,-2-4 1 0,-2 2-1 15,-1 0 2-15,-1 1-1 0,1-3 0 0,-3 6 0 16,1-6 0-16,0 1 0 0,-3 3 0 0,1 1 0 16,0 2-1-16,2-1 1 0,5-1 0 0,4-2 1 0,3 1 0 15,1-1-1-15,-4-1 1 0,0 2-1 0,0 1 1 16,0-1 0-16,0-1-1 0,2 1 0 0,-1 1-1 15,1-2 1-15,0 1-1 0,2 3-3 0,3 0 1 16,-3-2-1-16,0 1 1 0,-3-1-1 0,3-2 1 16,0 3-1-16,-2 1 2 0,-3 1-3 0,1 3 1 15,0-4 0-15,0 0 0 0,0 0-1 0,0 0 1 0,-2 0 0 16,0 2 0-16,0 1 0 0,1 0 1 0,1 1-1 16,1-4 1-16,3 2-1 0,2-1 0 0,-1 1 0 15,-5 2 2-15,0-4-2 0,0 1 1 0,2-1 0 16,1-1 0-16,3-3 1 0,-1-1-1 0,1 1 0 15,1-2 0-15,3 4 0 0,1-2 0 0,-2 1-1 16,-2 1 1-16,1-1-1 0,-6-4 2 0,0 5-1 16,-1-1 0-16,1 3-1 0,0-4 0 0,-2 4 0 0,0 0 0 15,-2 0-1-15,-2 0 0 0,0 4 0 0,1-1 2 16,1 1-2-16,2 1 0 0,0-2 0 0,0 1 0 16,1 1-2-16,3 3 1 0,2-2 0 0,-3 1 0 15,-1-4-2-15,-2 2-1 0,4-5 1 0,-1 0 1 0,1-3-2 16,2-2 1-16,21-4 0 0,-15 0-1 15,1 2 0-15,-4 2 0 0,-9-2 1 0,2 2 0 0,1 2-1 16,1-4 1-16,-13 5 0 0,1 2 0 0,-1-4-2 16,-3 4 0-16,3 4 1 0,2-4-1 0,-1 3-5 15,-1 3 0-15,1-3 0 0,1 1 1 0,-1 1-4 16,1-2-1-16,5-1 1 0,-2 0 0 0,0-1-1 16,2 3-1-16,-3-4 1 0,-1 2 0 0,0-1-1 0,-1 1 1 15,-1-2-1-15,1 0 2 0,-1-2-1 0,1 1 2 16,-1-1 0-16,1 2-1 0,1-4 10 0,-1 1 0 15,-6 1-1-15,0 2 2 0,-2-3 1 0,2-2 1 16,-1 3 0-16,1 0 0 0,-2 2 0 0,0 0 0 0,-1 0 0 16,-1 0 1-16,0 2-1 0,0 0 1 0,0-1-1 15,0 3 1-15,1-4 0 0,-1 3 0 0,0-3 1 16,-2 0-1-16,3 2-1 0,-3-2 1 0,-9 0-1 16,11 0 1-16,-11 0-1 0,11 0 0 0,-3 0 0 15</inkml:trace>
  <inkml:trace contextRef="#ctx0" brushRef="#br0" timeOffset="5150.83">9281 4512 12 0,'-11'3'0'16,"11"-3"0"-16,-17 0 0 0,17 0 0 16,-13-3 0-16,13 3 0 0,-26-4 0 0,7 1 0 0,-3 3 0 15,-1-2 0-15,-1 2 0 0,0-4 3 0,-2 4 1 16,2-3-1-16,-6 3 1 0,-2 0 7 0,1 0-1 16,-5 0 0-16,3 0 1 0,-5 0 2 0,-3 3 1 0,8 1-1 15,-3-2 1-15,10 1 0 0,-3 1 1 16,2-1 0-16,-4-1-1 0,1 5 2 0,-2-2 0 0,1 2-1 15,6-2 2-15,1 2 2 0,-2-2 1 16,2-1-1-16,0 1 2 0,-1-2-2 0,1 1 0 0,0 1 0 16,-2 4 1-16,0 3-4 0,2 0 0 0,-1 0-1 15,5 0 2-15,1 0-3 0,6 0-1 0,-4-1 0 16,1 1 2-16,1 3 5 0,2-3 2 0,-4 2-2 16,4 2 1-16,0-4 3 0,0 3-1 0,2-1 1 15,-1 2-1-15,5 1-2 0,0-1-1 0,1-4 0 16,0 0 0-16,1-3-5 0,3-1-1 0,2-2 1 15,0 0 1-15,0 3-4 0,0 3 0 0,0-3 1 16,5-4 0-16,-3 4-3 0,0 1 1 0,2-1 1 0,2 3-1 0,-6 2 1 0,5 1 1 16,-3 1-1-16,4 1 1 0,-1 4-2 15,3 3-1-15,-3-3 0 0,-3 0 1 0,2-1-1 0,-4 1 0 16,0 0 0-16,0 0 0 0,0 3-1 16,0-3 1-16,0 0-1 0,0-4 1 0,0 2-3 0,0-2 1 15,7 0-1-15,-1-1 1 16,-1-2-3-16,1-2 2 0,-2 0 0 0,1 0-1 0,-1 0 2 0,2-3 1 15,-4 1 0-15,3 4 0 0,6-2 0 16,-3 0 0-16,-1 2 0 0,-1 5 0 0,-1-1 1 16,1 1 0-16,1 3 0 0,-5-1 2 0,2-2-3 0,2 2 0 0,-5 0 0 15,5-1 1-15,-4 5-1 0,2 0 0 16,1-4 0-16,3 0 0 0,3-2-3 0,2-2 1 16,0 1 0-16,-2-3 0 0,2-3-3 0,0 2 2 15,4-2-1-15,-2 0 1 0,2-5-5 0,1 2 1 16,7-4-1-16,-5-1 2 0,4 1-2 0,-3-2 0 15,3 1 0-15,2-1 0 0,2 2-1 0,-2-1 1 16,-2 1-1-16,-3 0 1 0,1 2 2 0,-1 2-1 0,-1-2 0 16,2 3 0-16,-3 2 3 0,0 4 0 0,-1-4 0 15,3 0 1-15,1 0 0 0,-1-1 2 0,1 1 0 16,-3 0 0-16,-1 0-3 0,1 0 1 0,-4 0 0 16,4 0 0-16,3-3-1 0,0 3-1 0,1-3 1 15,1-2 0-15,0 1-1 0,2-3-1 0,0-1 1 16,0-2 0-16,-1 1-3 0,-1 1 1 0,0-1 0 0,0-3 0 15,2 2-2-15,4-2 1 0,-6 0 0 16,1 1 0-16,1 5-1 0,0 2 0 0,0-1 0 0,-2 2 1 16,-2 0-1-16,3-1 0 0,-3 4 0 0,6-3 1 0,-2 3-1 15,4-3 0-15,-6-1 0 0,2 1 2 16,0-2-2-16,0-4 0 0,2-1 0 0,-4 2 1 0,3-4-1 0,2-4 1 16,-1 2-1-16,8-1 1 15,-3-2-1-15,5 1 1 0,-1-4-1 0,-2 1 1 0,-3-7-1 0,0 2 1 16,-1 0 0-16,3 0 1 15,3-4-2-15,0 2 0 0,1 2 0 0,-5-4 1 0,4 3-2 0,-1-3 1 16,1 4 0-16,-5 0 0 0,1-2-2 16,1 4 2-16,-8-3 0 0,4 0 0 0,-8 0-1 0,0-2 1 15,3 1 0-15,-7-2 0 0,3 1-2 16,1 1 0-16,4-3 0 0,-5 1-1 0,1 1-2 0,2-3 0 16,-3 1 0-16,3 1 0 0,2-1 4 0,4 2 0 0,-6-1 0 15,-3 2 0-15,1-1 1 0,-2 1 0 16,-1-2 0-16,-2-1 0 0,-4 1 2 0,0 1 0 15,-2 1 0-15,-2-3 2 0,1 1 0 0,-3 0 2 16,1 3-2-16,-3-3 2 0,-3 7 1 0,-2 1-1 0,-2-4 1 16,0-4 1-16,2 2 0 0,-3-5 0 0,1 2 0 15,-2-1 1-15,-2-2-4 0,-3-3 2 0,0 1 0 16,0 1-1-16,3-3 0 0,-2 3 0 0,3-3-1 0,-4-1 2 0,-1 1-3 16,-1 2 1-16,0-2-1 15,-2 3 1-15,0-3-3 0,0-1 1 0,-6 3 1 0,2-1-1 16,2 1-3-16,-7 1 1 0,2 0 0 15,-6 1 1-15,1 0-2 0,-3 0 0 0,-13-10 0 0,6 10 1 16,3 2-1-16,2 3 0 0,-3-1 0 0,-2 2 0 16,-1-1 0-16,-1-3 0 0,-8-1 0 0,2 0 0 15,0 4 1-15,-1-6 0 0,6 5 0 0,1 2 0 0,4 2 0 0,-5-3 0 16,9 6 1-16,-3-6-1 0,0 2 3 16,-1 0 1-16,-1 4-1 0,-3-1 1 0,-4 4-1 15,2 1 2-15,7 2-1 0,0-1 1 16,-5-1 0-16,2 5 0 0,1 5 1 0,-1 2 0 0,3 2-7 0,0 5 1 15,-16 5 0-15</inkml:trace>
  <inkml:trace contextRef="#ctx0" brushRef="#br0" timeOffset="6782.14">22698 5948 12 0,'4'-4'0'0,"-4"4"0"16,4 0 0-16,-4 0 0 0,-2 0 0 0,2 0 0 15,0-1 0-15,0 1 0 0,-4-7 0 0,4 7 0 16,2-17 0-16,-2 17 0 0,7-21 0 0,-7 21 0 16,4-21 0-16,-4 21 0 0,0-19 0 0,0 19 0 15,0-17 0-15,0 17 0 0,2-18 0 0,-2 18 0 16,6-15 0-16,-6 15 0 0,0-5 0 0,0 5 0 16,-4-7 0-16,4 7 0 0,-6-2 0 0,6 2 0 15,-16 5 0-15,16-5 1 0,-40 5 1 0,16 2 0 0,0 5 1 16,-4 0 10-16,-2 6 2 0,2-1-2 0,4 0 2 15,5 2 12-15,3-1 1 0,-1 1-1 0,-2-2 1 16,1 0 8-16,-1 1 1 0,0-3 0 0,1 1 0 0,-3-4-7 16,1 2 2-16,-1 1-1 0,1-3 0 0,1 2-7 15,0-2-1-15,-1 4 1 0,-1 0 0 0,1 1-5 16,-1-2 0-16,1 4 0 0,1 2 1 0,4 2-5 16,1-1 0-16,-1 1 0 0,0-1 1 0,0 2-4 0,0 2 0 15,2 6 1-15,2-3 0 0,0 4 7 16,-3 0 1-16,5 1-1 0,4-2 0 0,-1-3 10 0,0 0 1 15,1-1-1-15,-1-2 1 0,-1 2 1 0,-1-8 0 16,3 3 0-16,-1-1 0 0,1 1-7 0,1-1 0 16,0 1-1-16,-2-2 1 0,-1-1-9 0,0 0-1 15,3 0 1-15,2-2 0 0,4 2-8 0,2-2-1 0,1 2 1 16,3 1 1-16,1 2-6 0,0-3-1 0,1 3 0 16,1-1 1-16,0-1-1 0,0 0-1 0,0 0 0 15,6 0 1-15,0-4-2 0,-2-3 1 0,0 1-1 16,0 1 1-16,-1-4-1 0,-1 2 1 0,2 1 1 15,0-3-1-15,0 1 0 0,0-3 1 0,0 2 0 16,0-2 1-16,-2-1 0 0,0-5 1 0,2 1 0 16,2-5 0-16,1 3 2 0,1-3 1 0,1 0-2 0,3-3 2 15,3-4 0-15,0-4 0 0,0-4 1 0,0-2 0 16,2-4-3-16,2-3 0 0,0-4 1 0,1 2 0 16,3-3-3-16,-1-4 1 0,-1 1 1 0,0 3-1 15,-2 3 0-15,-2-3 0 0,-2 4 0 16,-2-2 0-16,-2 4 1 0,-1 1-1 0,-3-1 1 15,1 3-1-15,-2 0 2 0,-2 3 0 0,-2-4 1 0,-4 1 0 16,-1-1 7-16,-3 4 1 0,-1-2 0 0,-2-2-1 0,0-5 4 16,-1-2 1-16,1-1 0 0,0-1 0 0,0-6 4 15,-2 0-1-15,-2-2 1 0,-2-2 0 0,-3-2-1 16,-4-3-1-16,0-2 0 0,1 2 2 0,5 4-12 16,-1-4 0-16,1 3 0 0,-3 4 2 0,1 2-7 15,-3 3 1-15,3 0 0 0,-1 7 1 0,1 6-5 0,-1 4 2 0,1 4-2 16,-2 0 1-16,-4 7-1 15,0 1-1-15,-6 8 0 0</inkml:trace>
  <inkml:trace contextRef="#ctx0" brushRef="#br0" timeOffset="15899.61">26790 8568 12 0,'0'0'0'0,"0"0"0"16,4 2 0-16,-4-2 0 0,2 3 0 0,-2-3 0 15,0 4 0-15,0-4 0 0,0-6 0 0,0 6 0 16,0 0 0-16,0 0 0 0,0 0 0 0,0 0 0 16,0 0 0-16,0 0 5 0,0 0 2 0,0 0-1 15,0 0 1-15,0 0-1 0,0 0 1 0,0 0 0 0,0 0 1 0,0 0 3 16,0 0 1-16,0 0 0 15,-6 0 1-15,6 0 15 0,-19 2 1 0,19-2 0 0,-39 7 0 0,17-3-1 16,-2 1 2-16,-1-4-1 16,1 3 0-16,-2-1-4 0,-2 1 1 0,0-1-1 0,-2 3 1 15,-3-3-7-15,-3-1 0 0,1 1 0 0,0 1 0 0,-1-1-4 0,-1 2 1 16,0-1-2-16,1-3 2 0,5 1-1 16,1 0 0-16,-4 1 1 0,-1-3 0 0,0 4 1 15,-1-1 1-15,1-1-2 0,-3-2 2 0,1-2-3 16,0 1 0-16,-2 1-1 0,-2 0 2 0,0 0 3 15,0 0 0-15,-2 0 0 0,2 0 0 0,-2 0-2 16,0 0 0-16,0 1 0 0,1 5 1 0,1-5-3 0,0 3 1 16,0-1 0-16,0 1 1 0,0-4-3 0,-2 0 2 0,4 0-2 15,1 0 2-15,7 0-9 0,-3 0 1 16,2 1-2-16,3 3 2 0,1 1-4 0,0 2-1 16,-2-4 0-16,2-3 2 0,2 2-5 0,0-2 1 15,2 2-1-15,1 0 1 0,3-2-1 0,1-2 0 16,0 4 0-16,-3 1 1 0,0-3-1 0,-1 2 0 15,1 0 0-15,2-1 1 0,1 1-1 0,0 0 0 0,2 1 0 16,3-1 2-16,2 1-2 0,5 1 1 0,7-4-1 16,-11 3 1-16,11-3-1 0,-11 4 1 0,11-4-1 15,-12 5 1-15,12-5-1 0,-5 5 1 0,5-5 0 16,-6 7 0-16,6-7 2 0,-3 9-1 0,3-9 0 16,-4 5 0-16,4-5 2 0,-4 7 0 0,4-7 1 0,-4 14-1 15,2-4 2-15,1 2 1 0,-1 2-1 16,0 2 1-16,2 1 5 0,0 0 1 0,-2-1-1 0,0 1 1 0,-2 0 3 15,1 2 1-15,1-5 0 16,0 2 0-16,0-1 1 0,0-2 0 0,0-1 0 0,1 5 0 16,1-3-2-16,0 1 1 0,0 3 0 0,0 1 0 15,0-2 0-15,0 4 0 0,0 3-1 0,-2-3 2 16,-2 3-4-16,-2-3 0 0,1 1 1 0,-1 1 0 0,1 1-2 0,-1 2 2 16,0 0-2-16,3-2 2 0,1 0-3 15,0 1 0-15,0-3 1 0,0 4-1 0,0 2-4 0,0 3 1 16,1-2 0-16,-1-1 0 0,0 1-5 15,0 1 1-15,2-1-1 0,0 1 2 0,-2 3-4 0,0-2 1 16,2 0 0-16,2 0 0 0,0 0-2 0,0 0 0 0,0 2 0 16,-2-3 2-16,0 2-3 0,0-4 1 15,-2 5 0-15,0 2 0 0,-4 1-1 0,-1-3 0 0,0 0 0 16,-1 0 1-16,-1 1-1 0,-1-1 0 16,3 0 0-16,1 0 1 0,1 0-1 0,-1 0 0 0,2 0 0 15,4-1 0-15,0 3-1 0,0-2 1 16,4-2 0-16,2 0 0 0,1 0-1 0,3-1 1 15,-3-3-1-15,-1 3 1 0,-3-2 0 0,-1 1 0 16,2 0 0-16,0-3 0 0,-2 4 0 0,1 1 0 0,-1-2 0 16,-2-1 0-16,-2 1 0 0,0 1 1 0,-1-1-1 0,-1 1 1 15,0-1 0-15,0 2 0 0,1-3 1 16,-1 1-1-16,2 4 1 0,0 0 1 0,-1-2 1 0,-1 0-1 0,0-1 2 16,-1-1-1-16,1 4 1 15,2 0 0-15,0-4 2 0,0 3 0 0,0-1-1 0,2 0 2 0,4 2-2 16,0 0 1-16,-2 0-2 15,0-1 2-15,-1 3 0 0,1 0-1 0,0 1 1 0,0 0 0 0,0-3-3 16,0 0 1-16,0 0-1 0,-2-2 1 16,0 4-1-16,0 1 2 0,0-1-2 0,1 1 2 0,3 2-2 15,2 2 1-15,-1 0-1 0,-1 0 2 16,-2-4 0-16,0 2 0 0,0-2 1 0,0 1 0 0,-1 1 0 16,1 0 0-16,0-2 1 0,-2-1 0 0,0-2 2 0,-2 0 0 15,2-2 0-15,4 2 1 0,2 1 0 16,-1 2 0-16,1-3 0 0,-3-1 2 0,1 0-2 15,2 1 0-15,1 0 0 0,-1-2 0 0,-2 4 1 16,-1 1 0-16,5 23 0 0,-5-16 1 0,-3-1-3 16,0-6 1-16,0 2 0 0,0-3 0 0,-1 5 0 0,-1-4-1 15,-2 7 0-15,-2-3 1 0,-1 2-2 0,0-4 0 16,1-9 0-16,0 2 0 0,3 0 0 0,-1 1 1 16,0-5 0-16,0 3 0 0,3-1-3 0,-1-1 1 15,0 0-2-15,2-1 2 0,2-1-5 0,0 0-1 0,-1 7 0 16,-1 0 0-16,0 2-2 0,0-3 0 15,0 1 0-15,0 2 1 0,2-1-2 0,-2 1 1 0,0 3 0 16,-3 2 0-16,-1 0-1 0,0 0 0 0,0 8 0 16,1-1 0-16,-3 1-1 0,0-1-1 0,1-7 1 15,-3 1 1-15,1 1-1 0,0-2-1 0,1-2 1 0,-2 1 1 16,1 0-1-16,0-1 0 0,5-12-1 16,0 1 2-16,2 1-1 0,2-2 0 0,1-2 0 15,1 0-1-15,0-1 1 0,1-1 0 0,1-3 0 16,0 0-1-16,-1-1 1 0,1-1 0 0,1 4 0 15,1 0-1-15,-1-1 0 0,1 1 1 0,1 7-1 16,-2-2 1-16,-3 1-1 0,0 3-1 0,-2-1 1 0,0-1 0 0,-2-2-2 16,-2 3 1-16,0 3-1 0,0-1 1 0,0 2-2 0,0-2 2 15,-1-2-1-15,-1 1 1 0,0-1-2 16,0 0 1-16,3-4-1 0,-1 1 0 16,4 0 1-16,-1-2 0 0,1-3 1 0,-2 3-1 0,2-5 3 15,-2 2 0-15,4-2-1 0,0 0 2 0,1 0 0 0,1-2 0 16,-1 2 0-16,1 0 0 0,0-2 0 15,-1 2 1-15,-1 4 0 0,-2-2 0 0,-2 1 0 0,0-1 0 16,0 1 0-16,-2 3 0 0,2-5 0 0,0 1 0 0,-2 2 0 16,0-3 0-16,0 3 0 0,0-2 0 15,2-4 0-15,0 0 0 0,2 1 0 0,0-1 0 0,0-7 0 16,0 1 0-16,0-1 0 0,1 0 0 16,-1-1 0-16,0 0 0 0,0-2 0 0,0 0 0 15,2 1 0-15,-1 1 1 0,1 0-1 0,0-1 1 16,3 6-1-16,-1 0 1 0,-1 0-1 0,1 0 1 0,-2-1 0 15,-1 1 0-15,1 0-1 0,-2 0 2 16,0 5-1-16,-2-3 0 0,-2 3 0 0,0 0 0 0,-2 0 0 16,1 0 0-16,-1 0 0 0,0 0 2 0,1-2-2 15,-1-1 1-15,0-1 1 0,2 1 1 0,2-9-1 16,0 0 1-16,0 0-2 0,0 0 0 0,0-1 0 0,0 1 2 0,0 0-2 16,0 0 0-16,0 0 0 15,0-2 1-15,0 2-1 0,0-2 0 0,0 2 0 0,0-1 2 16,0-6-3-16,-3 10 1 0,3-10 0 15,-4 9 1-15,2-3-1 0,0 0 0 0,0 1 0 0,0 0 1 0,0-1-1 16,1 0 0-16,1-6 0 0,-4 10 1 0,4-10-1 0,-4 10 0 16,4-10 0-16,-4 7 0 0,4-7 0 15,-3 7 0-15,3-7-1 0,0 4 1 0,0-4-1 0,0 3 0 16,0-3 1-16,-2 4 0 0,2-4 1 16,0 3 1-16,0-3-1 0,-2 4 0 0,2-4 3 0,0 3 1 15,0-3-2-15,-4 3 2 16,4-3 1-16,-2 6 1 0,2-6 0 0,-3 7 0 15,3-7 1-15,0 7 1 0,0-7-1 0,-4 10 1 0,4-10 0 16,-4 12 0-16,4-5-1 0,0-2 1 0,0 2-3 0,0-2 0 16,0 2 0-16,0 0-1 0,0 0-1 0,2 0 1 0,0 2-2 15,0-1 2-15,2-1-2 0,-1 0-1 16,5 5 1-16,1 0-1 0,0-1-2 0,3-1 2 16,1 0-2-16,0-1 1 0,0 0-2 0,2-2 1 15,1 1-1-15,1 1 0 0,0-2-1 0,0 0 0 16,-8-4 0-16,-2 1 1 0,5-1-1 0,-1 1 0 15,15 1 0-15,-2-2 0 0,0-1 0 0,2-2 0 16,4-2 0-16,-2 1 0 0,2-3 0 0,0-1 0 16,26-5 0-16,-10 1 0 0,-1-1 0 0,0-1 0 0,-19 4 0 15,4 0 0-15,1-1-1 0,1-3 1 0,5 1-1 16,-1 1 1-16,-1 1-3 0,-1 1 1 0,-3 0 0 16,1 0 0-16,1 0-1 0,-1-2 1 0,-2 2 0 15,0 0 0-15,0 2-2 0,-1 0 2 0,-1 0-1 16,0 0 1-16,2 1-1 0,-2 1 1 0,0-1 0 15,2-1 1-15,0 0-2 0,-1-2 2 0,5 0-1 16,-1 2 1-16,3 0-2 0,-1-1-1 0,3 0 1 16,-1-1 1-16,0 0-1 0,-2 0 2 0,-1 0-1 0,-2 0 1 0,-1 2 0 15,1-2 0-15,-6 2 0 0,2-1-1 16,0 3 1-16,-2-1 1 0,0 1-1 0,0 0 1 0,0 1-1 16,0-2 1-16,-3 3 0 0,-1-1 0 15,1 0 0-15,-1 0 0 0,2 1 0 0,0-3 1 0,1 1 0 0,-3-1 2 16,0 1-1-16,1-2 0 15,-1-1 1-15,0 1 1 0,3 2-1 0,-3-2 2 0,2-1-1 16,0 1 2-16,-3 0-1 0,1 2 1 0,1 1 0 0,-3 0-1 16,-3 0 1-16,0 1-1 0,-1 1-2 0,-1 0 0 15,-15 0 0-15,13 0 1 0,-13 0-3 0,12 0 0 0,-12 0 0 16,11 0 1-16,-11 0-2 0,11 0 1 16,-11 0-1-16,9 0 2 0,-9 0-2 0,8 0 1 0,-8 0 0 15,11 0 0-15,-11 0-1 0,11 0 1 16,-4 0-1-16,3 0 1 0,-1 0-1 0,0 0 1 15,14 1-1-15,-3 1 1 0,3 0-1 0,-3 0 2 16,-3-1-1-16,0 1 0 0,-1 0 0 0,-1-2 0 0,-7 0 0 16,-1 0 0-16,1 0 0 0,-1 0 2 0,-7 0-2 15,11 0 1-15,-11 0-1 0,11 0 0 0,-11 0 0 16,6 0 0-16,-6 0-1 0,8-2 0 0,-8 2 0 16,7-3 0-16,-7 3-1 0,7-4 1 0,-7 4 0 15,8-3 0-15,-8 3-1 0,5-4 0 0,-5 4 0 0,4-3 1 16,-4 3-1-16,4-4 1 0,-4 4 0 15,11-7 0-15,-11 7 0 0,11-10 0 0,2-4 0 0,0 0 0 16,-1 0 0-16,-1-1 0 0,-6 8 0 16,1 0 1-16,0 0-1 0,-1 0 0 0,4-8 0 0,-1-1 1 15,-3 0-1-15,-3 1 0 0,0-2 0 0,0-1 0 0,-2 1 0 0,0-2 0 16,-2 0 0-16,0 2 0 16,0-2 0-16,1 0 0 0,-1-4 0 0,0 1 0 0,2-1 0 0,2 1 0 15,0-4 0-15,-1 0 0 16,1 0-1-16,0-2 1 0,-2 2-1 0,0 2 1 15,0 0-2-15,-2-1-1 0,2-1 1 0,0 0 0 0,0-1-3 16,2-1 1-16,-2-1-1 0,0-1 2 0,0 1-5 0,0-1 1 16,-2-1 1-16,0-2-1 0,1 0-2 0,-1 1 0 15,0-3 0-15,0 0 0 0,2 2 0 0,0-1 1 16,2-1-1-16,2 1 1 0,-1-1-1 0,3-1 0 0,0 1 1 16,-1 0 0-16,3 3 1 0,-3-1 0 15,1-2 0-15,-1 0 1 0,1 3 3 0,-1-5 1 0,-1 6 0 16,0-2 0-16,0 2 1 0,-1 0 1 15,1-2-2-15,-2 0 2 0,-2 0-2 0,-2 2 1 16,-2-5 0-16,-1-1 0 0,-3 3-2 0,1-2 0 16,-1 4 0-16,-1 1 1 0,2 0-3 0,-3 2 1 0,1-6-1 15,0-1 2-15,-1-1 2 0,1-1 0 0,-6-15-1 0,4 6 1 16,2 4 1-16,-1 1 0 0,7 16 0 16,-3-3 0-16,0-2 1 0,3-4 1 0,-7-29-1 15,3 10 0-15,0 9 0 0,-3-1 1 0,1 4-1 16,0-5 2-16,-1 1-1 0,-1-1 0 0,4 0 0 15,-3 2 2-15,1 0 1 0,0 0 2 0,-1-3-1 16,5-1 0-16,1 1 3 0,0-1 0 0,2-3 0 0,2 0 1 16,4 2-5-16,0 2 0 0,-4-1 0 0,0 1 1 0,-2-1-4 15,-2 1 1-15,4-6-1 0,-2 2 2 16,2 1-4-16,-1 0 0 0,-1 5 0 0,-2-1 1 0,0-2-2 16,1 3 1-16,-1-6 0 0,0 3 0 15,-1-1-1-15,-1 0 0 0,0 0-1 0,1 0 1 16,-1-1 0-16,1 3 0 0,1-4 0 0,0 0 0 15,2 0 0-15,0 0 0 0,-1 4-1 0,-1-1 1 0,0 3 1 0,0-5 0 16,1 0 0-16,1 0 0 0,2-2 0 16,-2 1 0-16,-2 2 0 0,1-1 0 0,-1 3 0 15,0 0 1-15,0-1 1 0,1 1-1 0,3-1 0 16,-2 1 0-16,0 17 0 0,0-6 1 0,0-1 1 16,0-2 0-16,-1-24-1 0,3 11 2 0,1 2-1 0,1 5 1 15,-2 15 0-15,0-6 0 0,0-3 0 0,-2 1 0 16,2-25 1-16,-1 10-1 0,-1 7-2 0,0 2 2 0,-2 4-1 15,0-1 0-15,1-3-1 0,-1-2 0 16,0 20 0-16,1-4 0 0,-3-1-2 0,-2 0 1 0,1-5 1 16,0 3-1-16,-1-3-1 0,1 4 0 0,1 2 0 15,-1 0 0-15,1 2 0 0,-1 1 0 0,3 2 0 16,-2 0 0-16,3 4 0 0,-1-3 0 0,-2-2 0 0,3-1 0 16,-1 0 0-16,-2-1 0 0,1-4 0 15,-1 0 0-15,0 0 0 0,1-3 0 0,1 6 0 0,0 1 0 16,1-4 0-16,1 2 0 0,0 0 0 15,2-2 1-15,2 2-1 0,0-2 1 0,1 10 0 0,1-1 0 16,0-2 0-16,0 4 0 0,-3 3 0 0,1 0 2 16,-2 1-2-16,0-2 1 0,0 4 0 0,-2-1 1 15,1 1-1-15,-1 1 0 0,0 1 0 0,0-2 1 0,0 2-1 0,0 2 0 16,-1-5 0-16,-1 1 1 16,0 1-2-16,0-1 0 0,2 8 0 0,1-1 1 0,-3-1-3 0,0 3 1 15,-1-12 0-15,-1 1 0 16,2 3-6-16,-1 1 2 0,3 5-2 0,0 1 2 15,2-3-12-15,0 2 0 0,0 4 1 0</inkml:trace>
  <inkml:trace contextRef="#ctx0" brushRef="#br0" timeOffset="17414.28">24617 9814 426 0,'13'-3'0'0,"-13"3"0"0,27 0 0 16,-27 0 11-16,13 3 0 0,-13-3 1 0,24-3 0 0,-4-3 40 15,5 3-1-15,1-2 1 0,-2 1-1 0,-2 1-9 16,1-4 1-16,-1 0-2 0,0 0 2 0,1-2-11 16,-3-1 1-16,3 1-1 0,1 4 2 0,0-4-12 0,0 3 1 0,0 0-1 15,1 1 1-15,-1 2-2 16,0-4 0-16,0 3 1 0,6 3-1 0,2-6-2 0,1 1 0 0,3-2 0 15,1 3 2-15,2-2-4 16,2-2 3-16,2 2-1 0,2 2 0 0,3-4 4 0,4 1 1 16,0 1-1-16,-5 0 1 0,0-2-2 0,-3 0 2 0,3 1-2 15,1-1 2-15,3 2-8 0,-1 0 1 16,-3 0-1-16,-1 0 1 0,-1 2-7 0,-2 2 0 16,-2-1 1-16,-4 3-1 0,2-5-4 0,-2 3 1 0,-1 0 0 15,-1-3 1-15,1 3 0 0,-1-4 1 0,0 4-1 16,1 1 1-16,-1-3-1 0,1 1 1 0,-1-3 0 15,0 4 0-15,3 1 1 0,-3 2 0 0,2-5 1 16,-1 1-1-16,-3-3-4 0,-1 2 1 0,-2-2 0 16,-2 4 1-16,0 1 0 0,-2 2-1 0,-4-5 1 15,-1 3 1-15,-5 2-3 0,-3-2 1 0,-1 2-2 16,-5-3 2-16,-7 3-1 0,6 0-1 0,-6 0 1 16,1 0-1-16,-1 0 0 0,0 0-1 0,0 0 1 0,0-3-1 0,0 3-1 15,0 0-1-15,0 0 0 16,0 0 0-16,0 0-1 0,0 0 1 0,0 0-1 0,0-2 1 0,0 2-2 15,0-2 0-15,0 2 0 0</inkml:trace>
  <inkml:trace contextRef="#ctx0" brushRef="#br0" timeOffset="18230.05">23501 9117 1042 0,'-3'1'0'0,"3"-1"0"0,-2 2 0 0,2-2 10 16,0-3 1-16,0 3 1 0,0 0-1 0,0 0 6 0,0 0-1 15,0 0 1-15,0 0 0 0,0 0-8 16,-2 0 1-16,2 0 0 0,-4 5 0 0,4-5-10 0,-9 7 2 16,9-7-1-16,-15 8 0 0,15-8-1 0,-15 12 0 0,15-12 0 15,-11 11 0-15,11-11-4 0,-11 10 2 16,11-10-1-16,-15 21 1 0,15-21-5 0,-11 26 0 16,5-9 0-16,0 2 1 0,3-3-4 0,1 3 1 0,2 3-2 15,0-1 2-15,-2 2-4 0,2-3 1 0,4-1-2 16,1-3 2-16,5-2-4 0,1-2 2 0,4 0-1 15,1-3 0-15,3-1-5 0,2 1 1 0,-1-2 0 16,2-7 0-16,3 0 4 0,1-3 1 0,2-1-1 16,1 2 1-16,3-5 1 0,4 2 2 0,-3-5 0 15,-3-1 0-15,-2-1 2 0,-2 0 1 0,-4 0 0 16,1 0 0-16,-3-2 1 0,-3 2 2 0,-2-4-1 16,0 1 0-16,0-2 2 0,-2-1 1 0,-2-2-1 15,-2 0 1-15,1 1-1 0,-3 4 2 0,-1-2-1 16,-3 1 1-16,-1 0 1 0,-2 3 1 0,-4 2 0 0,1 1 0 15,-5-1 1-15,-1 1 0 0,-4 3 0 16,-2-2 1-16,-2 4 10 0,-3 2 1 0,-1 3-1 0,-1-4 2 0,-6 4 23 16,-2 0 0-16,-2 0 0 0,-1 4 1 0,-1-1 9 15,-1 4 1-15,1 4-1 0,3-3 2 0,1-1-9 16,-2 4 0-16,6 1 1 0,2 0-1 0,5-4-22 16,3 3 1-16,1-1 0 0</inkml:trace>
  <inkml:trace contextRef="#ctx0" brushRef="#br0" timeOffset="18929.89">23568 10352 941 0,'-1'-2'0'15,"1"2"0"-15,3-3 0 0,-3 3 9 0,2 0 0 0,-2 0 0 16,0 0 0-16,0 0 21 0,0 0 2 0,0 0-2 16,0 0 1-16,0 0-5 0,0 0 1 0,0 0-1 15,0 0 1-15,0 0-7 0,0 0 0 0,0 0 0 16,0 3 2-16,0-3-10 0,0 13 2 0,0-13-2 16,-2 22 1-16,0-3-3 0,1 2 2 0,1 0-1 0,0 1 0 15,0 1-2-15,1-1 0 0,7 2 0 16,-1 4 0-16,1 1-1 0,1-1 1 0,2 0 0 15,2 0 0-15,0-1 0 0,0 3 1 0,0-4-1 16,-1 1 1-16,-1-2-1 0,0-1 1 0,0-2-1 0,0-1 1 0,2 2-3 16,2-3 1-16,-2 3-2 0</inkml:trace>
  <inkml:trace contextRef="#ctx0" brushRef="#br0" timeOffset="19798.93">23522 11969 12 0,'2'-4'0'0,"-2"4"0"0,3-2 0 16,-3 2 154-16,4-1 0 0,-4 1 1 0,9-9 0 0,-9 9-84 0,15-16 0 16,-15 16-1-16,23-26 1 0,-23 26-33 0,30-29 0 15,-30 29 0-15,31-29 1 0,-31 29-18 0,26-13 1 16,-26 13 1-16,21-12-1 0,-21 12-13 0,11-7 1 15,-11 7-1-15,9-6 1 0,-9 6-8 0,15-4-1 16,-15 4 0-16,15-3 0 0,-15 3 0 0,15 0 1 16,-15 0 0-16,15 0 1 0,-15 0-1 0,15 0 1 0,-15 0 1 15,15 3-1-15,-15-3 0 0,15 12 2 0,-15-12-1 16,15 23 1-16,-8-6-1 0,0 2 2 0,-1 2-2 16,-2 3 2-16,-1-1-3 0,-1 1 1 0,-2 0-1 15,-2 0 2-15,-1-3-3 0,-3-2 0 0,1 7 0 16,-3-2 1-16,1 6 0 0,-3-4 0 0,-1 1 1 0,-2-4-1 15,0-2-1-15,-2-2 1 0,-2-2-1 16,1 0 1-16,-1-1 1 0,0-1-1 0,2-3 0 16,0 1 1-16,2-5 2 0,2 1 1 0,4-6 0 0,3 1 1 0,4-4 2 15,0 5 0-15,0-5 0 0,0 0 1 0,0 0 3 16,0 0-1-16,0 0 1 0,7-5-1 0,1 3 1 16,-1-1 0-16,4-4 0 0,8-2 0 0,5-3 4 15,4-4 1-15,-4 1-1 0,-3 3 1 0,-4 1 8 0,-4 3 1 16,0 2-1-16,-2 1 1 15,-4 2-11-15,-1 4 1 0,-6-1-1 0,11 2 1 0,-11-2-10 0,11 0 1 16,-11 0 0-16</inkml:trace>
  <inkml:trace contextRef="#ctx0" brushRef="#br0" timeOffset="20913.41">23565 13294 992 0,'-4'-5'0'16,"4"5"0"-16,-2-7 0 0,2 7 25 15,0-9 2-15,0 9 0 0,-7-13 0 0,7 13 12 16,-19-14 2-16,19 14-2 0,-11-11 1 0,11 11-7 16,-2-10 0-16,2 10-1 0,4-4 2 0,-4 4-15 0,3-6 0 15,-3 6 0-15,4-7 1 0,-4 7-7 0,4-11 0 0,-4 11-1 16,11-15 2-16,-11 15-6 0,21-21 1 16,-21 21 0-16,28-21 0 0,-28 21-4 0,33-17 2 0,-33 17-1 15,34-16 0-15,-16 8-1 0,1 4-1 16,-1 4 1-16,1 0-1 0,2 2 0 0,-1 1 0 0,-3 4 1 15,-2 0-1-15,-6 0-2 0,-5 0 1 16,-2 2-1-16,0 3 0 0,1 3-1 0,1 3 0 0,-2 2 0 16,-2-1 1-16,-6 4-2 0,-1 1 1 0,-2 0-1 15,-5 1 1-15,0-3-1 0,-3 2 1 0,2-5-1 16,2 2 1-16,0 0-1 0,0-2 0 0,2-2 0 16,3 1 1-16,1-3 3 0,-1-1-1 0,3-4 0 15,1-3 1-15,4-7 0 0,0 6 2 0,0-6-1 16,0 3 1-16,0-3 0 0,0 3-1 0,0-3 1 15,0 4 1-15,0-4-2 0,7 2 2 0,1 1-2 16,-1 1 2-16,1-3-3 0,1 1-1 0,4 3 0 16,0-3 1-16,0 1-4 0,-2 1 1 0,-1-1 0 0,-1 1 0 15,-2 1-1-15,-3-3 0 0,-4-2 0 0,6 12 0 16,-4-5 0-16,-1-2 0 0,-1 2 0 0,-1 2 0 16,-1 3 0-16,0 1 0 0,-2 1 0 0,-1-2 0 0,-3 2 1 0,-1-2 0 15,-1-1 0-15,1-1 1 16,0-1 2-16,0-2 2 0,-1-2-1 0,1 0 1 0,0 2 1 15,1-5 0-15,1 1 1 0</inkml:trace>
  <inkml:trace contextRef="#ctx0" brushRef="#br0" timeOffset="21963.87">23563 14519 1746 0,'-2'-1'0'0,"2"1"0"0,0 0 0 0,0 0 3 16,0-4 0-16,0 4 1 0,0-2-1 0,0 2 2 0,0 0-1 15,0 0 1-15,0 0-1 0,0 0-3 16,0 0 1-16,0 0 0 0,0 0 0 0,0 0-4 0,0 0-1 16,0 0 1-16,0 7 0 0,0-7-8 15,0 16 1-15,0-16 0 0,0 28 0 0,0-9-6 0,0 3 1 0,-2-1-1 16,0-2 2-16,0 0-3 0,1 2 0 15,-1-4 0-15,-2 0 2 0,2-1 8 0,2 1 1 0,-2-1-1 16,0-4 0-16,2-3 5 0,2-2 0 16,-2-7 0-16,6 10 0 0,-6-10 1 0,4 7 0 0,-4-7 0 15,9 5 0-15,0-3 1 0,2 0 1 0,1-2-1 0,-1-2 2 16,2 0 1-16,2-1 1 0,0-1-1 16,-2 2 1-16,0 1 1 0,-2-1 2 0,0 0 0 15,0 0 0-15,-2 1 6 0,1-3 1 0,-3 3 0 16,-1-1-1-16,-6 2 10 0,9-2-1 0,-9 2 1 15,6 0-1-15,-6 0 3 0,7-3 1 0,-7 3-1 16,4 0 1-16,-4 0-9 0,4 0 1 0,-4 0-1 16,3 0 1-16,-3 0-10 0,4 0 1 0,-4 0 0 15,4 0 0-15,-4 0-7 0,2 0-1 0,-2 0 0 16</inkml:trace>
  <inkml:trace contextRef="#ctx0" brushRef="#br0" timeOffset="22315.94">23898 14573 1431 0,'-2'4'0'0,"2"-4"0"0,-3 5 0 0,3-5 14 0,-6 8 0 16,6-8 1-16,-9 19 0 0,9-19 16 0,-15 26 0 0,15-26 1 15,-6 23 0-15,6-23-8 0,0 15 1 0,0-15-1 16,-2 16 1-16,2-16-13 0,-3 26 1 0,3-26-1 16,-6 24 2-16,6-24-5 0,-13 26 0 0,13-26 0 15,-9 31-1-15,9-31-1 0,-10 28 1 0,10-28-1 0,-5 28 1 16,5-28 1-16,0 26 1 0,0-26-1 15,-2 34 1-15,0-13 3 0,0 3 1 0,-2 0-1 0,1 1 1 16,-1-6 0-16,0 0 2 0,1 0 0 0,-1 0-1 0,2-2-2 16,2-1-1-16,2-2 0 0</inkml:trace>
  <inkml:trace contextRef="#ctx0" brushRef="#br0" timeOffset="23809.98">23934 15489 87 0,'0'0'0'0,"0"0"0"15,0 0 0-15,0 0 143 0,1 0-1 0,-1 0 1 0,4 3-1 16,-4-3-110-16,4 2 0 0,-4-2 1 0,4 0-1 16,-4 0-8-16,0 0-1 0,0 0 1 0,0 0-1 0,0 0-6 0,0 0 0 15,0 0 0-15,0 0 0 0,0 0-4 16,0 0 2-16,0 0-2 0,0 0 2 0,0 0 5 16,0 0 0-16,0 0 0 0,0 0 1 0,0 0 6 15,-2 0 0-15,2 0-1 0,-4 0 3 0,4 0-1 16,-6 7 0-16,6-7 0 0,-9 12 0 0,9-12 2 15,-15 7 0-15,15-7 1 0,-15 7-1 0,15-7-8 16,-16 7 2-16,16-7-2 0,-19 8 2 0,19-8-7 16,-11 2 1-16,11-2 0 0,-10 3 0 0,10-3-5 0,-11 4 2 15,11-4-1-15,-11 3 1 0,11-3-6 0,-11 0 1 16,11 0 0-16,-6 0 0 0,6 0-3 0,-5 0 0 16,5 0-1-16,-8 0 2 0,8 0-3 0,-3 0 0 0,3 0 0 15,-6 0 0-15,6 0-2 0,-4 0-1 16,4 0 0-16,-3 5 2 0,3-5-3 0,-4 2 1 15,4-2-1-15,-4 0 1 0,4 0-1 0,-4 2 0 16,4-2 1-16,0 7-1 0,0-7-1 0,0 5 1 0,0-5 0 16,-3 10 0-16,3-10-1 0,-4 11 1 0,4-11-1 15,-4 15 1-15,4-15-1 0,0 19 1 0,0-19 1 16,-4 19-1-16,4-19 0 0,-3 16 1 0,3-16-1 16,-8 17 1-16,8-17 4 0,-7 18 0 0,7-18-1 15,-8 17 2-15,8-17 4 0,-9 17 2 0,9-17-1 16,-11 18 0-16,11-18 1 0,-6 17-1 0,6-17 0 15,-5 15 2-15,5-15-4 0,-4 11 1 0,4-11 0 0,-4 10 1 16,4-10-5-16,-4 9 1 0,4-9 0 0,-3 5 1 16,3-5-3-16,-4 4-1 0,4-4 1 15,0 3 1-15,0-3-3 0,0 2 1 0,0-2-1 0,0 0 1 16,0 0-2-16,0 0 1 0,0 0 0 0,0 0 0 0,0 0 0 16,0 0-1-16,0 0 0 0,0-4 1 0,0 4-1 0,6-8 1 15,-6 8-1-15,18-25 0 0,-3 8 1 16,4 0 0-16,-2-2 1 0,-1 3-1 0,-3 1 2 0,0 1 0 15,2 2 0-15,0 1 1 0,-2 4 2 16,-2 2 0-16,-1 2 0 0,-1 1 1 0,0 0-1 0,1 0 1 16,-1 2 0-16,0 4 0 0,-1 1-1 0,-1 4 1 0,1 1 0 15,-1 2 0-15,1 4 0 0,-3 1 2 16,-1-1-1-16,-2-1 0 0,-2 1-1 0,-2-1 0 0,-2 1 0 16,0-2 2-16,1 0-3 0,-1 0 0 15,-2 1 0-15,-1 1 0 0,-2-1-3 0,-3-1 2 16,1 2 0-16,0-4 0 0,-2 5 1 0,-2 2 0 15,2 0 0-15,0 0 0 0,0 2 0 0,0 1 0 0,0-1 0 16,0-2 0-16,-2 0-1 0,0 0-1 0,2-1 1 16,2-4 0-16,3-6-2 0,1-3 0 0,-2-5 0 15</inkml:trace>
  <inkml:trace contextRef="#ctx0" brushRef="#br0" timeOffset="25145.33">24045 16484 1356 0,'-1'-4'0'0,"1"4"0"0,-2-2 0 15,2 2 63-15,0 4 1 0,0-4 0 0,-4 2 0 16,4-2-16-16,-4 0 0 0,4 0 1 0,-3 5 0 16,3-5-21-16,-8 12 0 0,8-12 0 0,-15 12 0 0,15-12-22 15,-28 14 1-15,28-14-1 0,-28 21 1 0,28-21-6 16,-22 27 2-16,9-9-1 0,-2 1 0 0,0 1-1 15,-2 5 1-15,2-1 1 0,0 0-1 0,-1 2 0 16,-1 2 0-16,0 1 1 0,0-1 0 0,1 1 1 16,-1 1 1-16,0-1-1 0,0-1 1 0,2-1 1 0,2-1-1 15,4-1 1-15,0-3 0 0,-1 1 2 0,3-3 0 16,1-1 0-16,3-3 0 0,1-4 0 0,-2 2 1 16,0-2 0-16,2 0 0 0,2-1-3 0,2-3 2 15,2 1 0-15,0 0 0 0,1 1 0 0,5 0 0 16,-1 1 0-16,0-3 1 0,1 1-4 0,-1 0 2 15,0-1-2-15,2-1 2 0,2-2-5 0,2 1 1 16,0-3-1-16,-4-1 0 0,-1 0 0 0,-1-2 2 0,0-2-1 16,1-2 1-16,1-1-2 0,0-2 0 0,0-1 0 15,2-3 2-15,4-1-4 0,0-3 1 0,-2-3 0 16,-2 1 0-16,-2-2-1 0,-2-2 0 0,1 0 0 16,-1 2 1-16,0-1-1 0,1-1 0 0,-3 0 0 15,-1 0 0-15,-1 2-1 0,1 0 0 0,-1 2 0 0,1 1 1 16,-4 4 0-16,0 2 0 0,-2 3 0 15,0 2 0-15,0 5 0 0,-6-6 0 0,6 6 0 0,-7-1 1 0,7 1 0 16,-4-4 0-16,4 4 0 16,-9 2 0-16,1 1 2 0,1 1 0 0,-3-2-1 0,-3 1 2 15,-2 4 0-15,2 2 1 0,2-1-1 0,0 1 2 0,0-2 3 0,0-2 0 16,-1 0 0-16,1 1 1 16,2-1 0-16,2 0 0 0,-1 0 0 0,-1-1 0 0,-1-1-2 0,1 2 0 15,0 2 0-15,-2 0 1 16,-2-2-5-16,-4 2 1 0,2 2-1 0</inkml:trace>
  <inkml:trace contextRef="#ctx0" brushRef="#br0" timeOffset="26263.64">24385 16188 1670 0,'1'-2'0'0,"-1"2"0"16,8 0 0-16,-8 0 16 0,4 0 0 0,-4 0 0 0,7-4 0 16,-7 4 9-16,7-3 0 0,-7 3-1 0,10-5 1 15,-10 5-12-15,20-7-1 0,-20 7 0 0,21-9 2 0,-21 9-14 0,18-10 0 16,-18 10 0-16,25-11 1 16,-25 11-2-16,33-8 1 0,-33 8-1 0,34-4 1 0,-34 4-3 0,31-7 1 15,-31 7 0-15,34-5 0 16,-34 5-2-16,32 4 1 0,-32-4-1 0,37 3 2 0,-15-1 0 0,2-2 1 15,3 0-1-15,-1 0 0 16,0 0 1-16,2 0 0 0,1 0 0 0,1 0 0 0,2 0 0 0,3-2 1 16,1-1-1-16,-3-1 1 0,3-1 0 15,-1 0 0-15,-1 0 0 0,-1-2 0 0,1 0 0 0,-1 2 0 16,3-4 0-16,1 0 1 0,2 1-1 16,0-3 0-16,0 1 0 0,-1 0 1 0,-1 1 1 0,0 2 2 15,2 0-2-15,2-2 1 0,0-1 2 0,2-2-1 16,-2 0 1-16,0-2-1 0,0 0 3 0,0 4 0 15,-2-6-1-15,0 4 1 0,0 2 0 0,-1-1 0 16,-5-1-1-16,1 0 2 0,-3 2 2 0,-1-1 1 16,-2 1 1-16,0 1-1 0,-2 2-4 0,-2 2 1 0,1 0-2 15,-1 0 2-15,0 1-5 0,0 3 2 0,2-3-1 0,2 1 1 16,0-1-1-16,0-1 1 0,0 1-1 16,0 3 1-16,0 1 1 0,0-5-1 0,-2 1 1 0,-2 1 0 15,1-3 2-15,-1 1 1 0,0 0 0 16,-5-2 0-16,-1 2-1 0,-1 0 1 0,0-2-1 0,0 0 1 15,1 2-1-15,1 0 1 0,0-1 0 16,-1 1 0-16,1 0-6 0,-1 1 0 0,1 3 1 0,2-1-1 16,-1-1-2-16,1-1 0 0,-1 1 1 0,1 1-1 0,-1 2-1 15,1 0 0-15,-1-2 0 0,1 2 0 16,-1 2 1-16,2 0 0 0,1-1 0 16,-3-1 0-16,-1-1 3 0,-1-3 0 0,-3 2-1 0,0 2 2 15,-5-3-1-15,-5 1 2 0,-5 2 0 0,8-3-1 0,-8 3-3 16,3 0 1-16,-3 0-1 0</inkml:trace>
  <inkml:trace contextRef="#ctx0" brushRef="#br0" timeOffset="26929.83">24478 15296 12 0,'0'-1'0'0,"0"1"0"16</inkml:trace>
  <inkml:trace contextRef="#ctx0" brushRef="#br0" timeOffset="27548.97">24459 15234 12 0,'-2'-2'0'0,"2"2"0"0,2 2 0 0,-2-2 66 16,2 5 1-16,-2-5 1 0,0 0-1 15,0 0 13-15,0 0 1 0,0 0-2 0,-2 0 2 16,2 0-33-16,0 0 1 0,0 0-1 0,-4 0 1 15,4 0-15-15,-3 0 1 0,3 0-1 0,-4 0 1 0,4 0-6 16,-4 2 1-16,4-2-1 0,-4 7 0 0,4-7 3 16,-3 7 1-16,3-7 0 0,-4 5 0 0,4-5-5 15,-4 7 0-15,4-7 0 0,2 3 0 0,-2-3-4 0,8 4 0 0,-8-4-1 16,9 3 2-16,-9-3-1 16,30 2 1-16,-8-4 0 0,2-1 1 0,2-2-3 0,0-4 1 0,1 0-1 15,-3 1 2-15,2-1-4 16,-2-1 1-16,2-1-1 0,2 3 0 0,2 1 6 0,0 0 0 0,1-2 0 15,3-1 1-15,1 1 0 16,1 1 1-16,1-1 1 0,2 0-1 0,4 1-7 0,2-3 2 0,-2 1-2 16,-1 1 2-16,1 2-4 0,0 0 1 0,0 0 1 15,2 0-1-15,-1 1-8 0,1-3 1 16,-2 2-1-16,-2 0 1 0,-4 0-9 0,-3 2 2 0,-1 1-1 16,3-1 0-16,-1 2-1 0,1 1 1 0,-3 0-2 15,1-3 2-15,-1 2-4 0,-1-4 1 0,1 2 0 16,3-2 0-16,1 0-1 0,0 0 0 0,-1 0 1 15,-3 0-1-15,-1 0 1 0,-2 0 1 0,0 0-1 0,-1 0 1 16,3 0 0-16,0 0 0 0,-1 2 0 16,1 0 0-16,0 0-2 0,-1 1 2 0,-1-4-2 0,-2 1 1 15,-2 0 0-15,-3 0 0 0,-1 0 0 0,0 0 1 0,1 2-2 16,-3 0 1-16,-1 0 1 0,1-1-1 16,1 1-1-16,-1 2 1 0,1 1-1 0,-1-1 1 0,-1-4-3 15,0 0 1-15,-1 0-1 16,1 0 1-16,-1 0-1 0,1-2 0 0,0 2 0 0,-3 2 0 15,1 2-1-15,-2 1 0 0,0 0 0 0,0-1 1 16,0-1-2-16,0 1 0 0,0-1-1 0,0 1 2 16,0-1-2-16,-2 1 1 0,1 1-1 0,1-3 1 0,0 0-1 15,0 0 1-15,2-1-1 0,2 1 1 0,-1 0 1 16,-1 0 1-16,-2 0-1 0,-4 1 1 0,-2 3 0 0,-1-1 0 16,-1-2 0-16,1 1 0 0,1-1-1 15,2 1 1-15,0-1 0 0,1 1 0 0,-1 0-1 0,-4-1-1 16,3 1 1-16,-1 1 1 0,0 0-1 15,0 0 0-15,1 1 0 0,-1 1 1 0,0 0-2 0,-1 0 1 16,-1 0-1-16</inkml:trace>
  <inkml:trace contextRef="#ctx0" brushRef="#br0" timeOffset="28930.02">24342 14198 452 0,'0'0'0'16,"0"0"0"-16,0 0 0 0,0 0 77 0,0 3 2 15,0-3-2-15,0 3 2 0,0-3 12 0,-4 0 0 0,4 0-1 16,-4-3 2-16,4 3-61 0,-4-3 0 0,4 3 1 15,-3-4-1-15,3 4-13 0,-4 0 1 0,4 0-1 16,-4-3 1-16,4 3-9 0,0-6 1 0,0 6-1 16,0-3 2-16,0 3-3 0,0-7 1 0,0 7 0 15,0-3 0-15,0 3 0 0,0-4 0 0,0 4 0 16,0-3 1-16,0 3 0 0,0-2-1 0,0 2 0 0,8 5 0 0,-8-5 0 16,15 2 1-16,-15-2 0 15,16 7 1-15,-16-7 2 0,28 7 1 0,-9-4-1 0,0-1 1 16,1 0 1-16,3-2-1 0,3-2 1 15,2 0 1-15,1-1 4 0,1-1 2 0,-2-1-2 0,4-2 2 0,1-2 1 16,1-1 1-16,-1 0 0 0,1 1-1 16,-1-1-4-16,3-2 1 0,3 1-1 0,0 1 1 0,4-2 1 15,2-2-1-15,-1 0 0 0,-1 0 0 0,-2 0-3 0,2 2 0 16,2 0 0-16,1-2 1 0,5 0-5 16,-1 1-1-16,2 0 1 0,2 1-1 0,2 0-3 0,0 0 2 15,0 0-2-15,-4 0 1 0,2 1-3 16,-2 1 1-16,1 0-1 0,-3-1 1 0,-2 3-5 0,-1-1 2 15,-2 0-1-15,-1 1 1 0,-1-3-4 16,-2-1 0-16,-2 2 1 0,2-2-1 0,0 3-2 0,-2 0 0 16,0 1 0-16,1-1 1 0,-1 2-1 0,-2-2 0 0,-2 3 0 15,1 0 0-15,-1-2 0 0,1-1 0 16,-1 2 0-16,0 0 1 0,-3 0-1 0,2 0 0 0,-1 0 0 16,-3 1 0-16,-4-1 0 0,-4 0 0 15,1 2 0-15,-3 1 0 0,-3 2-1 0,0 1 1 16,0-1 0-16,-2-3 0 0,-1 3 0 0,-1 0 0 15,0 0 0-15,1-1 0 0,-3 1 0 0,0 1 0 0,2-1 0 16,2 0 0-16,0-3-2 0,-2 0 1 0,2 0 0 16,0-2-1-16,-2 0-3 0,0 0 0 0,0 0 0 15,0 2 0-15,-2-1-8 0,-2-2 0 0,1 1 0 16,-1 0 1-16,0 0-20 0,-1 0 2 0,3 0 0 16,2 0-1-16,4 0-36 0,1 0 1 0,3 2 0 15,-1 2-1-15,3 1-10 0,3 0 1 0,0-1-2 16,0-1 2-16,0 1 2 0,0-1 0 0,0 1 0 0,-2 1 1 15,-3 2 24-15,-1 0 1 0,-1-1 0 16,-2-1 1-16,-4 0 24 0,-2 0 2 0,0 1 0 0,-2 1-1 0,1 0 7 16,-1-2 0-16,-1 2-1 0</inkml:trace>
  <inkml:trace contextRef="#ctx0" brushRef="#br0" timeOffset="29483.66">24390 12886 892 0,'-4'-5'0'16,"4"5"0"-16,-7 0 0 0,7 0-3 0,-8 6 2 0,8-6-1 16</inkml:trace>
  <inkml:trace contextRef="#ctx0" brushRef="#br0" timeOffset="30049.79">24303 12834 338 0,'0'0'0'15,"0"0"0"-15,-2 0 0 0,2 0 11 0,-6 5 0 0,6-5 0 16,-6 5 0-16,6-5 15 0,-3 2 1 16,3-2-1-16,0 0 1 0,0 0 0 0,0 0 1 0,0 0 0 15,0 0 0-15,0 0 8 0,0 0 0 0,0 0-1 16,9 2 1-16,-9-2-5 0,28 7 0 0,-6-6 1 16,3-1-1-16,3 0-2 0,0-1 0 0,1-1 0 15,1 0 1-15,0-1 2 0,2-1 1 0,-3-1-1 16,-2 0 1-16,-5 1-4 0,0 3 1 0,1-1-1 15,-1-2 2-15,2 1-1 0,2 0 0 0,0-1 1 16,-1 1 0-16,-1-1-6 0,0-1-1 0,4 0 1 16,4-2 1-16,3 0-6 0,2-2 0 0,2 2 1 15,2 2 0-15,2 0 8 0,-2-2 1 0,2 0 1 0,2 0-1 16,1-1-8-16,1 1 2 0,0-4-2 0,-1 4 2 0,3 4-8 16,1-4 1-16,-2 2-2 0,-3 0 2 15,-4 1 1-15,-4-3 0 0,1 4 0 0,-3 1 1 0,-1-3-2 0,-3 0 1 16,1-1-1-16,0 5 1 0,-1-1-5 15,1 0 1-15,0-3-1 0,-1 2 0 0,1-1-1 0,0 1 0 16,-1-3-1-16,1 1 2 0,2-2-8 16,-3 0 2-16,3 0 0 0,-1 1-1 0,3-1-1 0,-1 0 1 15,0 2-1-15,1-1 1 0,1-1-4 0,0 2 1 0,-1 0 0 16,-3 0 0-16,-1 0-2 0,-2-1 0 16,-2 1 0-16,0 0 0 0,-2 0-1 0,-2-2 0 0,0 0 0 15,4 0 0-15,0 0-1 0,0 0 1 16,0 2-1-16,0 0 1 0,2 0-2 0,0-1 1 0,-1 1-1 15,1 0 0-15,0 0-1 0,0 0 0 16,0 0-1-16,0-1 2 0,-3 1-1 0,0 0-1 0,-1 1 1 16,0 1 1-16,0 0-2 0,4-3 1 0,-2 1 0 0,-2 2-1 0,-2 3 1 15,-2-4 1-15,1 1-2 16,-1-1 2-16,0 1-1 0,1-1 0 0,-3 1 1 16,-3 0 0-16,-2-1 1 0,-2-1 0 0,0 0 0 15,0 1 0-15,2-1 1 0,4 0 0 0,-3 0 0 0,1-1 0 16,-2 1 0-16,-2 2 1 0,-2 1-1 15,0 0 1-15,-1 2-1 0,-3-3 1 0,-7 3 0 0,9-2 0 0,-9 2-1 16,4 0 1-16,-4 0 0 0</inkml:trace>
  <inkml:trace contextRef="#ctx0" brushRef="#br0" timeOffset="31229.59">24310 11202 476 0,'-2'-2'0'15,"2"2"0"-15,-4 2 0 16,4-2 15-16,-3 7 1 0,3-7-1 0,0 3 1 0,0-3-14 15,-4-1 1-15,4 1-1 0,-4-2 1 0,4 2-16 16,-4-5 0-16,4 5 1 0,-3-6 0 0,3 6-3 16,-6-6 1-16,6 6-1 0,-7-13 2 0,7 13 0 0,-11-13 1 0,11 13-1 15,-12-11 2-15,12 11 3 16,-9-5 1-16,9 5-1 0,-4-5 0 0,4 5 8 0,-2-2 1 16,2 2-1-16,0-3 1 0,0 3 13 0,0 0 0 15,0 0 1-15,2 0-1 0,-2 0 14 0,13 3 2 16,-13-3-1-16,28 5 0 0,-3-3-1 0,4 0 0 15,1 1 0-15,0-3 0 0,0 0-8 0,0 0 2 16,5-3-2-16,6 1 1 0,6-1 3 0,1-1 0 16,6-1 1-16,0-2 0 0,0-5-1 0,0 0 1 0,4 1 0 15,2 1 0-15,3 1 0 0,2-5 1 16,-3 1 0-16,-3-1 0 0,-3-2 2 0,-4 1 1 0,2-1-1 16,2 0 1-16,2 1 20 0,2-1-1 0,-3 2 0 15,1-3 1-15,-4 3-16 0,0 0-1 0,0-1 1 16,-2 1 0-16,1-2 16 0,-3 3 0 0,-2 1 1 15,-1 1-1-15,-2 1-10 0,-1-1 1 0,-5 1-1 16,1-2 0-16,-3 2-9 0,-2-1 2 0,1 1-1 16,-1-1 1-16,2 4-9 0,2 2 1 0,-3 2-1 15,-4-4 1-15,-3 5-5 0,-1-1 0 0,0 1 0 0,-2-2 0 16,0 3-7-16,-1-1-1 0,-5 2 0 16,-5-3 0-16,0 3-5 0,-4 3-1 0,-3-3 1 0</inkml:trace>
  <inkml:trace contextRef="#ctx0" brushRef="#br0" timeOffset="42866.63">14403 8293 250 0,'0'0'0'16,"0"0"0"-16,0-2 0 0,0 2 11 0,-4-3 0 15,4 3 0-15,-3-4 2 0,3 4 40 0,0-3 0 0,0 3 1 16,-2-2 0-16,2 2-19 0,-4-3 0 0,4 3-1 16,-4-7 2-16,4 7 10 0,-5-7 2 0,5 7-1 15,-10-7 0-15,10 7-20 0,-9-5 0 0,9 5 0 16,-11-2 1-16,11 2-9 0,-11-2 0 0,11 2 0 15,-10 0 1-15,10 0-9 0,-3 0 1 0,3 0-1 16,-6 0 1-16,6 0-6 0,0 4 0 0,0-4 1 0,-2 5 0 16,2-5-4-16,6 3 2 0,-6-3-2 15,7 9 2-15,-7-9-3 0,13 5 0 0,-13-5 0 0,21 9 1 0,-21-9-2 16,28 14 0-16,-28-14 0 0,28 6 0 16,-28-6 0-16,24 4 1 0,-24-4 0 0,30 3 0 15,-12 1-2-15,1-4 1 0,1 2-1 0,3-2 1 16,7 0-1-16,1-2 0 0,1 2 0 0,-2 0 1 0,1 0-1 15,-3 0 0-15,2-4 0 0,0 1 0 16,2-1 2-16,3-1 1 0,-3 0-1 0,-1 2 0 0,3-6 7 16,1 2 1-16,3 2 0 0,1 0 0 0,0 1 11 0,2 4-1 15,0-3 0-15,-4-1 1 0,-3 1 1 16,-1-2 0-16,1-1-1 0,1 3 2 0,-3-2-3 0,1 1 1 16,-1 1 1-16,2 3-1 0,-6 0-4 0,1 3 0 15,1-3 0-15,-2 0-1 0,0 0 2 0,0 0 0 0,0 0 0 16,-4 0 1-16,-3 2-4 0,1 0-1 15,0 0 1-15,1 1 1 0,1 0-3 0,0-1 2 16,2 2-1-16,-1-1 1 0,-1-3-4 0,4 2 0 0,0 0 1 16,-2-1-1-16,0 3-1 0,0-4 0 0,2-4 0 15,-4 4 1-15,-2 0-3 0,1 0 1 0,1-1 0 16,2-3 0-16,0 1 1 0,-2-3 2 0,1 0-2 16,1 0 1-16,2-1-1 0,0 2 0 0,0-2 0 0,-2 2 1 15,0-2-1-15,0 2 1 16,2 2-1-16,-6 3 0 0,1 1-2 0,-3 1 1 0,2 1 0 0,-3-3 0 15,5 0-3-15,-1 0 2 0,-3 0 0 16,-1 0 0-16,-3 0 2 0,1 0 1 0,2 0 0 16,1 0 1-16,3-3 1 0,1 0 1 0,0 1-1 15,-1 2 0-15,1 0 0 0,4-4-1 0,-4 4 1 0,2-3 0 16,-7 3 0-16,1 0 2 0,-1 0 0 0,-1 0-1 0,-1 3 0 16,-2-3 0-16,-2 4 1 15,-2-4-1-15,-1 2 0 0,-1-1 1 0,0 1-2 0,1 1 2 0,-1-3-6 16,0 2 0-16,-1 0-1 0,-3 3 1 15,-5-5-3-15,10 5 1 0,-10-5 0 0,7 7-1 0,-7-7-3 16,7 2 0-16,-7-2 0 0,14 3 1 16,-3-3-3-16,2 0 1 0,3-1-1 0,-2-1 1 0,0 0-2 15,3-5 1-15,0 2 1 0,-4 0-1 0,-4 1 0 16,1 4 1-16,-5-3 0 0,1 1 1 0,-6 2-2 16,11-1 0-16,-11 1 0 0,9-2 1 0,-9 2-2 15,8 0 0-15,-8 0 0 0</inkml:trace>
</inkml:ink>
</file>

<file path=ppt/ink/ink2.xml><?xml version="1.0" encoding="utf-8"?>
<inkml:ink xmlns:inkml="http://www.w3.org/2003/InkML">
  <inkml:definitions>
    <inkml:context xml:id="ctx0">
      <inkml:inkSource xml:id="inkSrc0">
        <inkml:traceFormat>
          <inkml:channel name="X" type="integer" max="18176" units="cm"/>
          <inkml:channel name="Y" type="integer" max="11008" units="cm"/>
          <inkml:channel name="F" type="integer" max="4096" units="dev"/>
          <inkml:channel name="T" type="integer" max="2.14748E9" units="dev"/>
        </inkml:traceFormat>
        <inkml:channelProperties>
          <inkml:channelProperty channel="X" name="resolution" value="588.22009" units="1/cm"/>
          <inkml:channelProperty channel="Y" name="resolution" value="632.64368" units="1/cm"/>
          <inkml:channelProperty channel="F" name="resolution" value="0" units="1/dev"/>
          <inkml:channelProperty channel="T" name="resolution" value="1" units="1/dev"/>
        </inkml:channelProperties>
      </inkml:inkSource>
      <inkml:timestamp xml:id="ts0" timeString="2026-02-11T08:51:20.604"/>
    </inkml:context>
    <inkml:brush xml:id="br0">
      <inkml:brushProperty name="width" value="0.05292" units="cm"/>
      <inkml:brushProperty name="height" value="0.05292" units="cm"/>
      <inkml:brushProperty name="color" value="#FF0000"/>
    </inkml:brush>
  </inkml:definitions>
  <inkml:trace contextRef="#ctx0" brushRef="#br0">3853 9814 954 0,'0'0'0'0,"0"0"0"15,0 0 0-15,0 0 0 0,-2-3 0 0,2 3 0 0,0-7 0 16,0 7 2-16,0-2-1 0,0 2 0 15,0-9 0-15,0 9 6 0,2-7-1 0,-2 7 1 0,6-8 0 16,-6 8 3-16,0-16 1 0,0 16 0 0,-4-19 1 0,4 19-2 0,-2-14 0 16,2 14 0-1,0-12 0-15,0 12 2 0,0-5 2 0,0 5-1 16,0-4 1-16,0 4 5 0,0-1 0 0,0 1 0 0,0 3 1 16,0-3 3-16,-2 5-1 0,2-5 1 15,-3 16 0-15,1 5 2 0,-4 5 1 0,6 0-2 0,-4-2 2 16,3 0-2-16,-1 0 0 0,-2 1 1 0,2 0 0 0,-2 3-7 0,3-2 1 15,-3 2-1-15,2 1 1 16,-5 4-3-16,-3 0 0 0,3 0 1 0,-1-4 0 0,3 4-1 0,-1-3 1 16,-1 2-1-16,1 1 1 0,-5 0-4 0,2 0-1 0,-3 0 0 15,7 0 2-15,-1-4-1 0,-1 1 2 16,1-3-2-16,1 3 2 0,-1-6-5 0,0-3 1 16,5 0 0-16,-1-1 1 0,2-6-6 0,-4 0 1 15,4-2 0-15,-2-1 1 0,2-11-4 0,2 8 1 0,-2-8-1 16,0 4 1-16,0-4-3 15,0 0 1-15,0 0 1 0,0 0-1 0,0 0-1 0,0 0 0 0,0 0 1 16,0-9 0-16,4 0-1 0,-2-6 1 16,3-3-1-16,3-6 1 0,3-2-1 0,0-1 1 15,2-3-1-15,0 2 0 0,0 6 0 0,6 1 1 16,-3-1-1-16,-1-1 1 0,4 1 0 0,-2 1-1 0,1 4 0 16,3 1 0-16,-2 4 0 0,3 2 1 0,-2 3-1 15,-1 1 0-15,0 3 0 0,1 3 2 0,-1 3-2 16,-2 3 1-16,-4 1 4 0,-2 1 0 0,-4 4 0 15,-1 0 0-15,-4 1-2 0,1 4 1 0,-3-2-1 16,2 5 1-16,-2 0 2 0,-2 3 1 0,-1-2-1 16,-1-1 0-16,-7 1 1 0,0 0 0 0,-2-2 0 15,7-2 0-15,-1 2 3 0,1-1-1 0,0-1 0 16,1 0 0-16,3-5 7 0,-2-3 0 0,4-2 0 16,4-2 1-16,-4-5-1 0,7 9 1 0,-7-9 0 0,4 3 0 15,-4-3-2-15,8 4 1 0,-8-4-1 0,13-2 1 16,-6 0-8-16,6-3 1 0,4 0 1 0,-4-2-1 15,4-2-10-15,-2-1 1 0,3 1-1 0</inkml:trace>
  <inkml:trace contextRef="#ctx0" brushRef="#br0" timeOffset="1570.01">4830 9805 577 0,'-2'2'0'0,"2"-2"0"16,-4 4 0-16,4-4 42 0,-2 5-1 0,2-5 1 0,-17 22 0 16,4-1 6-16,-2 3 0 0,-1 4 0 15,-3 0 1-15,0 1-17 0,-1 0 1 0,-2 4-1 0,1 0 2 0,2 0-15 16,-3 0 1-16,3 0-1 15,4 0 1-15,4 0 7 0,0-1 1 0,4-2-1 16,-5 1 1-16,5 0-1 0,-4 0 0 0,3 1 0 0,1-1 0 16,3-4-2-16,4 3 1 0,4-1-1 0,3-6 1 15,5-4-3-15,1-2-1 0,2-1 1 0,1-4 0 16,5-4-9-16,1-1 0 0,2-2 1 0</inkml:trace>
  <inkml:trace contextRef="#ctx0" brushRef="#br0" timeOffset="2249.26">5003 9968 1507 0,'-2'0'0'16,"2"0"0"-16,2 3 0 0,-2-3 3 0,5 4 1 15,-5-4 0-15,0 2 0 0,0-2 13 0,0 3 0 16,0-3 0-16,0 5 1 0,0-5 3 0,0 12 0 0,0-12 1 16,0 23 0-16,0-2-8 0,2 5 0 0,2-2 1 15,-2-2-1-15,-4 1 0 0,-2-6-1 0,2 2 1 16,-3 2-1-16,3 1 1 0,-4 3-1 0,3-6 1 16,-3 0-1-16,2 3 1 0,-1 1-1 0,-5-2 1 15,3 1-1-15,0 1 6 0,-1 1 0 0,-3-3 0 16,3-1 1-16,-3-2-3 0,4-1 1 0,-2 0 0 15,7-3 0-15,-2-2-4 0,2-3-1 0,2-9 1 0</inkml:trace>
  <inkml:trace contextRef="#ctx0" brushRef="#br0" timeOffset="2779.99">5258 10132 1143 0,'4'4'0'15,"-4"-4"0"-15,2 0 0 0,-2 0 36 0,0-4 0 0,0 4 0 16,0-5 1-16,0 5-14 0,0 0 2 16,0 0 0-16,5-3-1 0,-5 3-17 0,6-4 0 0,-6 4 0 15,9-5 0-15,-9 5-7 0,17-7 0 0,-17 7 0 0,11-14 0 0,-11 14-2 16,21-19 1-16,-21 19-1 16,24-15 1-16,-24 15-4 0,24-11 1 0,-24 11-1 15,30-12 2-15,-30 12-4 0,28-12 2 0,-28 12-2 16,37-5 1-16,-15 5-4 0,-3 0 1 0,0 2 0 0,-1 5 0 0,-8-2 4 15,-1 0 0-15,-2 2 1 16,-5 5-1-16,-2 0 1 0,-2 0-1 0,-3 9 1 16,-3 0-1-16,-5 5 0 0,2 3 0 0,-7 2 1 0,-3 2-1 0,-7-2 4 0,0 0 0 15,-2 2 0-15,-1-3 1 16,3 3 1-16,5-4 0 0,-1 1 0 0,6-1 0 0,-1-1 15 0,0-1 0 16,8-4-1-16,0-2 2 0,5-2 17 15,4-7-1-15,2-2 1 0,6-3 0 0,0-4 8 16,1-3 1-16,4-3 0 0,8 1 1 0,5-1-12 15,2-1 2-15,0-8-1 0,0 0 1 0,2-3-12 0,-3-3 2 16,1 3-1-16</inkml:trace>
  <inkml:trace contextRef="#ctx0" brushRef="#br0" timeOffset="3230.43">5860 9880 1231 0,'2'5'0'0,"-2"-5"0"0,15 14 0 0,-15-14 34 15,9 10 1-15,-9-10 0 0,13 12 1 0,-13-12 13 16,22 18 2-16,-22-18-2 0,15 24 2 0,-15-24-38 0,12 22 1 16,-12-22-1-16,18 35 2 0,-1-13-10 15,-2 3 2-15,2 2-1 0,-2 3 0 0,1 4-4 0,-3 3 1 16,0 3-1-16,-1-1 1 0,-7 6-2 16,1 2 1-16,-6 2-1 0,-4 2 0 0,-3 0-1 0,-5 1 1 15,-8 1 0-15,-4-1 0 0,-6 0 1 0,-4 2 2 0,-3-6-1 16</inkml:trace>
  <inkml:trace contextRef="#ctx0" brushRef="#br0" timeOffset="6030.47">6425 10115 12 0,'0'0'0'0,"0"0"0"16,0 0 0-16,0 0 0 0,0-3 0 0,0 3 0 15</inkml:trace>
  <inkml:trace contextRef="#ctx0" brushRef="#br0" timeOffset="6280.04">6426 10170 12 0,'0'0'0'0,"0"0"0"0,0 0 0 15,0 0 0-15,6 0 0 0,-6 0 0 0,6 0 0 16,-6 0 34-16,1 0-1 0,-1 0 1 0,0 0 0 16,0 0 10-16,0 0 1 0,0 0 0 0,0 0 1 0,0 0-10 0,10 0 0 15,-10 0 0-15,26 7 0 0,0 2 6 16,4-2 1-16,0 0 0 0,-4-2-1 0,0 0-5 0,-4-3 0 16,4 0 0-16,-2-1 2 0,1-1-11 15,1-1 0-15,-2-1 0 0,0 0 0 0,0-3-8 0,-3 2 0 16,3-1 0-16,-5-3 2 0,1 2-9 15,3-2 2-15,-5 2-1 0,3 0 1 0,-3-2-14 0,1 2 0 0,0-1 0 16</inkml:trace>
  <inkml:trace contextRef="#ctx0" brushRef="#br0" timeOffset="6780.93">6574 10440 263 0,'-4'2'0'0,"4"-2"0"0,-2 4 0 0,2-4 0 15,-7-6 1-15,7 6-1 0,-4-3 1 0,4 3 1 16,-2 0 0-16,2 0 0 0,-4-2 0 0,4 2 1 0,0 0-1 16,0 0 0-16,0 0 0 0,0 0-1 0,0 0 2 15,0 0-1-15,-2 0 0 0,2 0 2 0,0 0-1 16,0 0 0-16,0 0 1 0,0 0 2 0,0 0 1 16,0 0 0-16,0 0 1 0,0 0 12 0,0 5 1 15,0-5-1-15,26 14 2 0,2-8 30 0,0 0 1 0,2-2 0 16,0-1 1-16,-4-1-17 0,-2 2 1 15,2-8 0-15,0 1 0 0,2-3-12 0,-2 0 0 0,-1 0 0 16,1 1 1-16,4-2-11 0,-1 0 2 0,-2 0 0 16,-3 0 0-16,-4 1-14 0,3-1-1 0,-9 3 0 15</inkml:trace>
  <inkml:trace contextRef="#ctx0" brushRef="#br0" timeOffset="9899.37">7781 9947 752 0,'-2'4'0'0,"2"-4"0"15,-2-5 0-15,2 5 7 0,0-13 0 16,0 13 0-16,0-3-1 0,0 3 17 0,-3 0-1 0,3 0 1 15,-2-4-1-15,2 4 1 0,-6-3 0 16,6 3 0-16,-6-2 0 0,6 2 3 0,-7-3 1 0,7 3-1 16,-9-9 1-16,9 9-13 0,-8-7 1 15,8 7-1-15,-7-5 1 0,7 5-4 0,-4-9 1 0,4 9-1 16,-2-7 0-16,2 7 2 0,-7-1 2 0,7 1-2 16,0-2 2-16,0 2-1 0,0-2-1 0,0 2 0 15,7-5 1-15,-7 5-3 0,17 0 0 0,-17 0 1 16,34-3-1-16,-8 3-1 0,7-4 0 0,-1 1 0 15,1-1 1-15,-1-1-3 0,2-4 1 0,-3 1 0 16,1-3 0-16,0 4-2 0,-3 1 1 0,3-1 0 16,0 0-1-16,-2 0 0 0,-4-2 1 0,-2 0 0 0,0 6 0 15,-5-2 0-15,-4 3-1 0,-2 0 1 0,-2 2 0 0,-4 0 0 16,-1 4 0-16,-6-4 0 0,6 7 1 16,-6-7-1-16,3 12 1 0,-6-2-2 0,1 1 2 0,-4 1-1 15,2 3 1-15,-3 3 0 0,-1 1 0 16,-5 1-1-16,2 1 1 0,-6 0 0 0,4-5 0 0,4 1 1 15,-2-5 0-15,-2 0 0 0,4 0 0 16,1-1 5-16,2-3-1 0,-1-1 1 0,1-3 1 0,6-4-4 16,-1 5 0-16,1-5 1 0,0 3-1 0,0-3-3 15,0 4 0-15,0-4 0 0,0 3 1 0,0-3-4 0,0 5-1 16,0-5 1-16,0 2 1 0,0-2-4 0,5 4 1 16,-5-4-1-16,13 6 0 0,-7-4-3 0,1 2 0 15,1-1 0-15,3-1 1 0,0 0-2 0,-3-1 1 16,-1 3-1-16,-1-4 1 0,-6 0-5 0,7 0-1 15,-7 0 0-15,9 0 1 0,-9 0-8 0,8 0 1 0,-8 0 0 16,5 0 0-16,-5 0-2 0,2 0 0 16,-2 0 0-16,6 0 0 0,-6 0 4 0,0 7 1 0,0-7-1 15,-8 14 1-15,3-2 5 0,-3 2-1 0,-7 5 1 16,1-2 0-16,-3 4 3 0,-2 1 1 0,0-1-1 16,-1-2 1-16,1-4 2 0,-5-2 1 0,6 0-1 15,4 1 1-15,1 0 7 0,2-2 1 0,0 0 1 16,4-3-1-16,-5-4 7 0,5 2 0 0,0-3 0 15,-3-1 0-15,3 2 3 0,-1-5 0 0,-3 2 1 16,4 0-1-16,7-2-7 0,-12 0 0 0,12 0 1 0</inkml:trace>
  <inkml:trace contextRef="#ctx0" brushRef="#br0" timeOffset="11029.96">9219 9719 1306 0,'0'0'0'0,"0"0"0"0,0 0 0 0,0 0 27 16,0 0 1-16,0 0-1 0,-5 2 1 0,5-2 15 0,-6 12 1 0,6-12 0 16,-7 15 0-16,7-15-29 0,-13 26 2 15,13-26 0-15,-17 33 0 0,4-14-11 0,0 2 0 16,0 0 0-16,-2-1 1 0,6-4-4 0,-3 1 0 0,5 4 1 16,-6-4-1-16,-2-1-2 0,0 5 1 0,2-4 0 15,0 2 0-15,-2 0-1 0,0 2 0 0,2 0 0 0,-4-2 1 16,3-4 0-16,-1 3-1 0,0-6 0 15,2 1 1-15,-4 3 0 0,2-4 1 0,4 0-1 16,-2-3 0-16,7 0-2 0,-1-2 0 0,7-7 0 16,-11 5 1-16,11-5-2 0,-12 3 1 0,12-3-1 0</inkml:trace>
  <inkml:trace contextRef="#ctx0" brushRef="#br0" timeOffset="11380.2">8785 9850 778 0,'0'0'0'0,"0"0"0"0,0-1 0 0,0 1 4 15,6-6 0-15,-6 6 1 0,2-3-1 0,-2 3 5 16,3-2 0-16,-3 2 0 0,4 0 1 0,-4 0-1 15,4 0 0-15,-4 0 0 0,2 0 0 0,-2 0-3 0,0 0-1 16,0 0 1-16,0 0 0 0,0 0 1 0,9 2 1 16,-9-2 0-16,9 12 1 0,-9-12 7 0,12 19 1 15,-12-19-1-15,16 26 1 0,-16-26 16 0,13 33 0 16,-5-17 1-16,-1 1 0 0,3-2 4 0,3 4 1 16,0 0-1-16,-2 2 2 0,2-3 5 0,0 1 1 0,0 0-2 15,0 0 2-15,0-2-3 0,-2 0 1 16,0 2-1-16,-3-3 0 0,-1 1-1 0,-1-1-1 15,0 1 1-15,-5-5 0 0,3 0-22 0,-4-3-1 0,0 0 0 16</inkml:trace>
  <inkml:trace contextRef="#ctx0" brushRef="#br0" timeOffset="12980.41">9635 9792 1067 0,'0'0'0'15,"0"0"0"-15,0-2 0 0,0 2 14 0,0-4 2 0,0 4 0 16,0-3-1-16,0 3 18 0,7 2 1 16,-7-2-1-16,8 5 1 0,-8-5-7 0,4 2 1 15,-4-2-1-15,1 3 1 0,-1-3-11 0,0 7 0 16,0-7-1-16,0 9 2 0,0-9-3 0,0 20 0 0,0-20-1 15,6 28 1-15,0-11-4 0,-6 4 0 16,1 0 0-16,3 0 1 0,-4 3-3 0,0-3 0 0,0-1 0 16,0 5 0-16,0-5-3 0,0 3 2 15,0-2 0-15,4-1 0 0,2 3 0 0,3-2 1 0,-5-1 0 16,-1 1 0-16,-3-4-2 0,-5 1 1 0,3 1 0 0,2-7 0 0,0-2-1 16,0 1 0-16,0-3-1 15</inkml:trace>
  <inkml:trace contextRef="#ctx0" brushRef="#br0" timeOffset="13450.41">9881 9769 1155 0,'-2'0'0'0,"2"0"0"0,0 0 0 0,0 0 23 0,0 0-1 16,0 0 1-16,-2 0 0 0,2 0 5 0,-5-3 1 15,5 3 0-15,1 0 0 0,-1 0-11 0,4-4 1 0,-4 4 0 16,0-2 0-16,0 2-15 0,0 0 2 16,0 0 0-16,15-7-1 0,-15 7-4 0,26-5 2 15,-26 5-1-15,34-7 0 0,-14 7-2 0,4 0 0 0,-3 2 0 16,1 3 0-16,-3 4-1 0,1 3 0 0,3 0 0 16,-3 0 0-16,4 2-2 0,1 2 1 0,-7-4 0 15,-5 2 1-15,-1 1 0 0,-9-3 1 0,3 0-2 16,-2 2 2-16,1 2 0 0,-3-2 0 0,-2 5 0 0,-2-4 0 0,-9 3 2 15,-2-3-1-15,0 2 0 16,-4-3 0-16,4-2 2 0,-4 1 1 0,4-1-1 0,0 0 2 0,0-7 9 16,2 2 1-16,4-5-1 0,1 1 1 0,6-3 11 0,-2 4 1 15,2-4 0-15,-5 3 0 16,5-3-8-16,0 0 1 0,0 0-1 16,0 0 1-16,0 0-6 0,0 0-1 0,0 0 0 0</inkml:trace>
  <inkml:trace contextRef="#ctx0" brushRef="#br0" timeOffset="14382.27">9989 10195 12 0,'0'0'0'0,"0"0"0"15,0-2 0-15,0 2 100 0,0-3 1 0,0 3 0 0,0-4 0 16,0 4-36-16,0 0 1 0,0 0 0 0,0 0 0 0,0 0-50 16,0 0 1-16,0 0-1 0,0 0 1 15,0 0-12-15,0 0 2 0,0 0-2 0,0 0 2 16,0 0-6-16,0 0 0 0,0 0 1 0,0 0-1 15,0 0 0-15,0 0 0 0,0 0 0 0,0 0 0 0,0 0 0 0,0 0 2 16,0 0-2-16,0 0 1 0,0 0 0 16,4-3 2-16,-4 3-2 0,3 0 1 0,-3 0 1 0,6 0 0 15,-6 0-1-15,6 0 2 0,-6 0 2 16,9 3 0-16,0 1 0 0,4 4 1 0,2-3 8 0,2 2-1 16,2 2 1-16,-6 3 1 0,0 0 3 0,0-1 2 0,0-1-1 15,2-1 0-15,-2-4 4 0,-4 2 0 16,2-4-1-16,0 2 1 0,2 1-2 0,0-3 2 0,0 0 0 15,-1-3 0-15,-1 0-12 0,2 0 2 16,-2 0-2-16</inkml:trace>
  <inkml:trace contextRef="#ctx0" brushRef="#br0" timeOffset="16532.61">11083 9944 12 0,'0'2'0'0,"0"-2"0"0,0 0 0 0,0 0 0 0,-6-4 0 16,6 4 0-16,-4-3 0 0,4 3 0 15,-3-2 0-15,3 2 0 0,-4-4 0 0,4 4 13 0,-2 0 2 0,2 0-1 16,-6 0 1-16,6 0 32 0,-3 0 0 16,3 0 0-16,-4 0 1 0,4 0-12 0,-9 6 1 0,9-6-2 15,-8 5 2-15,8-5-3 0,-7 3 1 0,7-3 0 0,-13 4 0 16,13-4-3-16,-10 3 1 0,10-3-1 16,-9 4 1-16,9-4-3 0,-15 5 1 0,15-5 1 15,-9 2-1-15,9-2-4 0,-17 3 0 0,17-3 0 16,-7 3 1-16,7-3-3 0,-6 0-1 0,6 0 1 15,-6 0 1-15,6 0-5 0,0 0 2 0,0 0-1 16,-1 0 1-16,1 0-5 0,-6 0 1 0,6 0-1 16,0 0 1-16,0 0-5 0,0 0 1 0,0 0-1 15,0 0 2-15,0 0 0 0,0 0 0 0,0 0-1 16,7 0 1-16,-7 0-1 0,27 0-1 0,-9 0 1 16,5-3-1-16,3 1 3 0,3 1 0 0,-4-1 0 15,-1-2 1-15,-2 1 2 0,1-1 1 0,-5 3 1 0,3 2-1 0,1 3-8 16,-3-1 2-16,-1 1-1 15,1-1 0-15,-6 2 0 0,0-5-1 0,-2 4 1 0,-5-4 0 0,-6 0 0 16,9 9-1-16,-9-9 0 0,4 1 1 16,-4-1-6-16,6 4 0 0,-6-4 0 0</inkml:trace>
  <inkml:trace contextRef="#ctx0" brushRef="#br0" timeOffset="16982.36">11135 9717 1231 0,'0'0'0'0,"0"0"0"0,0-2 0 0,0 2 11 0,0-3 0 0,0 3 0 0,0-4 0 15,0 4 5-15,0 0 1 0,0 0-1 16,0 0 1-16,0 0-9 0,0 0 3 0,0 0-1 0,0 0 0 15,0 0-8-15,0 7 0 0,0-7 1 16,0 21 0-16,0-21-3 0,4 35 1 0,-3-13 0 0,3-1 0 16,-4 0 0-16,-4 1 2 0,3 2-2 0,-5 1 1 0,0-1 2 15,1-3 2-15,-1-1 0 0,1-2-1 0,1 3 9 16,-2-1 0-16,6-1 1 0,-3 2 0 0,1-4 5 16,2 2 1-16,-4 1 0 0,2-1 1 0,0-4-4 15,2 2 0-15,-3-1 0 0,1 1 0 0,-4-5-6 0,-1 1 0 16,1 0 1-16</inkml:trace>
  <inkml:trace contextRef="#ctx0" brushRef="#br0" timeOffset="20030.54">11893 9592 237 0,'-2'-1'0'0,"2"1"0"15,-2-7 0-15,2 7 72 16,-5-7 1-16,5 7 0 0,0-7 0 0,0 7-53 16,0-2 2-16,0 2-2 0,0-1 1 0,0 1-10 0,0-4 1 15,0 4-1-15,0-2 1 0,0 2-7 0,7-3 0 0,-7 3 0 16,8-9 0-16,-8 9-1 0,13-15-1 15,-13 15 0-15,28-21 2 0,-28 21-2 0,24-17 1 16,-24 17-1-16,22-13 0 0,-22 13 3 0,23-3 0 16,-23 3-1-16,24-7 2 0,-24 7 0 0,28-5-1 0,-28 5 1 15,33-4 1-15,-33 4 0 0,34-1 0 0,-34 1 0 16,35 5-1-16,-35-5 8 0,26 14 0 0,-26-14-1 16,25 19 1-16,-25-19 4 0,13 21 1 0,-13-21-1 15,11 24 1-15,-11-24-6 0,6 21 0 0,-6-21 0 16,-6 32 0-16,0-11 0 0,-1-4-1 0,-8 3 1 15,0-3 0-15,-4 4 5 0,-3-6 1 0,0 4-1 16,-1 2 1-16,3 1 2 0,1-1 1 0,1 0-1 16,-1 0 1-16,0 0 7 0,1-1 0 0,-1 1 1 15,6 0 0-15,-2 3 14 0,6-3 1 0,-2 0 0 16,3-6 0-16,-1-1-6 0,5-2 1 0,4 0-1 16,0-5 2-16,0 0-9 0,2 0 2 0,5-4 0 0,3 3 0 15,3-1-13-15,2 2 2 0,3-2-1 0,1-2 1 0,3 1-7 16,-1-4 1-16,3-4-2 0,0 1 2 15,-5-2-6-15,-4-2-1 0,2 2 0 0,-1 1 0 0,-1 2-4 16,-2 1 0-16,-2-1-1 0,-3-1 1 0,-8 3-6 0,6-4 2 0,-6 4-1 16</inkml:trace>
  <inkml:trace contextRef="#ctx0" brushRef="#br0" timeOffset="24432.52">13300 9551 464 0,'0'0'0'0,"0"0"0"16,0-2 0-16,0 2 1 0,0-7 0 0,0 7 0 16,0-3 1-16,0 3 1 0,0-4 0 0,0 4 1 15,0-1 0-15,0 1-4 0,0 0 1 0,0 0-1 16,0 0 1-16,0 0-2 0,0 0 1 0,0 0 0 15,0 0 0-15,0 0-1 0,0 0 1 0,0 0 0 16,0 0 0-16,0 0-1 0,0 0 1 0,0 0 0 16,0 1 0-16,0-1 0 0,4 11 0 0,-4-11 0 15,5 12 0-15,-5-12 2 0,0 21 2 0,0-21-1 0,-2 34 0 0,1-11 7 16,-1 3 1-16,0-4-1 0,0 2 1 0,-2-1 19 16,2-2 1-16,-1-1-1 0,-3 0 0 0,2-1 8 15,-1-6 0-15,-1 1 1 0,4-2-1 0,0-3 0 16,1-4 0-16,1-5 0 0,0 7 1 0,0-7-4 15,-2 5 1-15,2-5-1 0,0 4 1 0,0-4-1 16,0 1 1-16,0-1-1 0,-4 0 1 0,4 0-5 0,0 0 0 16,0 0 1-16,-2-1-1 0,2 1-7 15,-5-4-1-15,5 4 1 0,-2-8-1 0,2-1-7 16,0-3 1-16,0 0-2 0,2-7 2 0,3 0-5 16,3 0 0-16,3 1 0 0,-4-1 1 0,4 5-7 0,-3 2 1 15,3 4 0-15,-4-3 1 0,5 3-4 0,-7-3 2 0,3 4-2 16,3 0 2-16,-2 1-4 0,2-1 1 15,1-2 1-15,-5 4-1 0,0 0 1 0,-1-1-1 16,-6 6 0-16,11-5 2 0,-11 5-3 0,11-3 1 16,-11 3 1-16,6-4-1 0,-6 4-1 0,4 0 1 0,-4 0-1 15,3 0 1-15,-3 0-2 0,6 0 2 0,-6 0-2 16,0 7 1-16,0 2 1 0,0-4 1 0,0 2-1 16,0 2 1-16,0 3 2 0,0 0 1 0,0-2 0 15,0 1-1-15,-4 1 2 0,2-4 1 0,-3 1 0 16,1-2 0-16,4-7 1 0,-7 10 1 0,7-10 1 0,-8 7-1 0,8-7-2 15,-7 9 1-15,7-9-1 16,-6 3 1-16,6-3-2 0,-5 4 0 0,5-4 0 0,-6 5 1 16,6-5-2-16,-2 2 1 0,2-2 0 0,-5 1 1 0,5-1-4 0,-4-1 0 15,4 1 1-15,-4-2-1 16,4 2-1-16,2-9-1 0,4 2 1 0,-5-5-1 16,3-5-2-16,2 0 0 0,3-4 0 0,0 5 2 15,1-1-3-15,-1 0 1 0,4 1-1 0,-4 4 1 0,1 0-1 0,-1 3 0 16,0 2 0-16,-3 2 0 15,-6 5-2-15,7-5-1 0,-7 5 1 0,6-3 0 0,-6 3-7 0,4 0 1 16,-4 0-1-16,5 0 1 0,-5 0-2 16,10 1 1-16,-10-1-1 0,5 12 1 0,-1-5 0 0,0 2 0 15,1-2 0-15,-3 3 0 0,2 2 3 16,-2 0 2-16,0 1-2 0,1-6 2 0,-3 1 2 0,-3 1-1 16,3-4 1-16,0 0 1 0,0-5 1 0,-2 11 0 15,2-11 0-15,-2 5 0 0,2-5 0 0,0 7 0 16,0-7 0-16,-4 8 0 0,4-8 1 0,0 6 0 0,0-6 0 15,-2 6 0-15,2-6 3 0,-4 9-1 16,4-9 1-16,0 5-1 0,0-5 3 0,-1 7-1 0,1-7 1 16,0 9-1-16,0-2 0 0,0 0 0 0,0-7 1 0,0 12 0 15,0-5-4-15,0 0 1 0,0-7 1 16</inkml:trace>
  <inkml:trace contextRef="#ctx0" brushRef="#br0" timeOffset="24982.27">13779 9650 1155 0,'0'0'0'0,"0"0"0"0,0 3 0 0,0-3 15 16,-4 0 0-16,4 0-1 0,0 0 1 0,0 0 11 16,0 5-1-16,0-5 1 0,0 16 0 0,0-16-13 0,0 15 2 15,0-15 0-15,0 26-1 0,0-26-6 0,-2 26 1 16,2-26-1-16,0 25 1 0,0-25-5 0,0 19 2 15,0-19 0-15,0 17-1 0,0-17-1 0,6 17-1 0,-6-17 0 16,5 18 2-16,-5-18-3 0,8 19 1 16,-8-19 1-16,7 12-1 0,-7-12-1 0,10 8 1 15,-10-8-1-15,15 4 1 0,-15-4-3 0,11 3 1 0,-11-3 0 16,11-2 1-16,-11 2-2 0,17-3 0 0,-17 3 0 16,20-9 0-16,-20 9 0 0,19-20 0 0,-19 20 0 15,18-26 0-15,-18 26-2 0,19-33 2 0,-10 14-1 16,-1 1 1-16,-4 3-3 0,-3 4 1 0,3-1-1 15,-4 4 1-15,2 1-1 0,-2 3 1 0,0 4-2 16,0-7 2-16,0 7 1 0,-2-7 1 0,2 7 0 0,-5-8 0 16,5 8 0-16,0-4 1 0,0 4-1 15,-4-5 1-15,4 5 4 0,0-3-1 0,0 3 1 0,-2 0 0 16,2 0 5-16,-2 0 2 0,2 0-1 0,0 0 0 16,0 0 2-16,-4 0 1 0,4 0-1 15,0 0 1-15,0 0-1 0,0 0 2 0,0 0-1 0,-1 0 1 16,1 0-4-16,-6 0 1 0,6 0-1 0</inkml:trace>
  <inkml:trace contextRef="#ctx0" brushRef="#br0" timeOffset="26179.94">14407 9682 338 0,'2'-3'0'0,"-2"3"0"16,3-5 0-16,-3 5 49 0,6-7 0 0,-6 7-1 16,2-10 2-16,-2 10-42 0,7-4 0 0,-7 4 1 0,4-3 0 15,-4 3-9-15,2-6 2 0,-2 6-1 0,0-1 0 16,0 1-2-16,0 0 0 0,0 0-1 0,0 0 1 16,0 0 1-16,0-2 0 0,0 2 0 15,-2 0 0-15,2 0 12 0,-6 0 0 0,6 0-1 0,-7 0 1 16,7 0 20-16,-24 5-1 0,24-5 1 0,-32 16 0 15,32-16 12-15,-30 17 0 0,30-17 0 0,-20 24 0 0,20-24-4 16,-19 19-1-16,19-19 0 0,-19 26 1 16,19-26-10-16,-18 33 1 0,18-33 1 0,-19 24-1 0,19-24-10 15,-18 30 1-15,18-30-1 0,-12 22 0 0,12-22-4 0,-5 19 1 16,5-19 0-16,-2 18 0 0,2-18-4 0,0 17 0 16,0-17 1-16,2 21-1 0,-2-21 1 0,7 20 0 15,-7-20-1-15,10 19 2 0,-10-19-4 16,16 13 2-16,-16-13-1 0,19 12 1 0,-19-12-4 0,19 8 0 0,-19-8 0 15,16 6 1-15,-16-6-4 0,17-2 1 16,-17 2 0-16,21-4-1 0,-21 4-1 0,35-13 0 0,-35 13-1 16,34-20 1-16,-34 20-4 0,35-34 0 15,-20 15 1-15,2-5-1 0,-1 1-2 0,1-1 1 16,0 0 0-16,0-6 0 0,1 1-1 0,-5-4 1 0,6-2 0 16,0 1 1-16,-1-4-2 0,1-4 1 0,0 2-1 15,1-1 1-15,2 4-1 0,-1 1 1 0,-1 1-1 0,-1 6 1 16,0-2-2-16,-3 5 1 0,1 0 0 15,-2 3 0-15,-2 4-1 0,-4 6 1 0,1 2 0 16,-1 3 0-16,-9 8 0 0,9-7 0 0,-9 7 0 16,6-4 0-16,-6 4 0 0,4 0 1 0,-4 0 0 15,3 4 0-15,-3-4 4 0,4 12 0 0,2-4 1 16,-4 8-1-16,3 6 6 0,3 6-1 0,-3-4 0 16,-1 1 0-16,-4-3 2 0,-4-3 1 0,2 4-1 15,2 1 0-15,-3 2 2 0,1 2-1 0,0-1 1 16,0 3-1-16,-2 3-3 0,-5-1 1 0,2-2 1 0,-1-2-1 0,1-3 1 15,-3 0 1-15,3-1-1 0,1-2 1 16,4 1-1-16,2-1-1 0,-3 3 0 0,1-8 1 0,-4-1 0 16,3-3 0-16,-1 1 0 0,0 0 1 15,2-2 0-15,2-3 2 0,-3-4-2 0,1 2 2 0,2-7-2 16,-4 7 2-16,4-7-2 0</inkml:trace>
  <inkml:trace contextRef="#ctx0" brushRef="#br0" timeOffset="26850.27">13771 9698 12 0,'0'0'0'0,"0"0"0"16</inkml:trace>
  <inkml:trace contextRef="#ctx0" brushRef="#br0" timeOffset="27030.4">13788 9644 414 0,'0'0'0'15,"0"0"0"-15,0-1 0 0,0 1 78 16,0-2 2-16,0 2-2 0,0-5 2 0,0 5-16 0,6-2 1 0,-6 2-1 16,5 0 1-16,-5 0-31 15,4 0 1-15,-4 0-2 0,4 0 2 0,-4 0-23 0,5 0 2 16,-5 0-2-16,25 0 2 0,-3 0-11 15,6-2 2-15,0-1-2 0,-8-2 1 0,-1-2-4 0,-2-2 2 16,1 0-2-16,-5 2 1 0,0 2-1 0,-1 2 0 0,-5 1 0 16</inkml:trace>
  <inkml:trace contextRef="#ctx0" brushRef="#br0" timeOffset="32879.99">15784 9233 728 0,'-2'0'0'0,"2"0"0"16,-4 0 0-16,4 0 3 0,-4-6 1 15,4 6-1-15,-1-3 1 0,1 3 15 0,0 0 2 0,0 0-1 16,0 0 0-16,0 0 1 0,0 0 1 0,0 0-1 16,0 0 1-16,0 0-5 0,0 0 1 0,0 0-1 15,-4 0 1-15,4 0-7 0,-4 0 2 0,4 0-2 0,-2 0 1 0,2 0-1 16,0 0 1-16,0 0-1 16,-2 0 1-16,2 0 1 0,-2 0 0 0,2 0-1 15,0 0 2-15,0 0 3 0,-3 0 1 0,3 0 0 16,3 0 0-16,-3 0-1 0,6 0 1 0,-6 0 0 15,19 0 1-15,7 0-2 0,5 0 0 0,3-4 0 16,0 4 1-16,-3-5-5 0,6 2 2 0,-5-1 0 0,0-1-1 16,0 2-3-16,-1-4 1 0,-1 2-1 0,-6-1 0 0,0 3-2 15,-5-4 0-15,0 2 0 0,-1 1 0 0,1 3 4 16,-4 1 1-16,-2-2-1 0,-2 0 1 0,-11 2-1 16,9 0 1-16,-9 0-1 0,2-3 2 0,-2 3-3 15,0 0 0-15,0 0 1 0,0 0 0 0,0 0 0 16,0 0 0-16,0 0 1 0,0 3-1 0,0-3-2 15,0 12 2-15,0-1-2 0,-2 4 1 0,-1 9-2 0,-3 1 1 16,-1 1 1-16,-1 1-1 0,3-2 1 16,-5 0 1-16,3 3-1 0,-2 3 1 0,-3 2-1 15,-1 2 0-15,0-1-1 0,-2-1 2 0,0 2-2 0,-3 1 1 0,-1 4 0 16,1-7 1-16,-1 2-2 0,0 1 0 16,-3-7 0-16,3 2 1 0,4-3-6 0,2-2 2 15,-3 0-1-15,1-5 1 0,3-2-4 0,-1-2 1 16,4-3-1-16,0-5 1 0,3-2-2 0,1-7 1 15,5 0-1-15,-4 3 0 0,4-3-2 0,-2 2 1 16,2-2-1-16</inkml:trace>
  <inkml:trace contextRef="#ctx0" brushRef="#br0" timeOffset="33230.43">15793 9674 1632 0,'4'-4'0'0,"-4"4"0"0,2 0 0 0,-2 0 15 0,7 0-1 16,-7 0 1-16,9 0 1 0,-9 0 4 15,19-5 0-15,-19 5 0 0,24-8 1 0,-24 8-10 0,34-16 0 16,-16 9 0-16,1 2 0 0,2 0-11 0,-1-2 2 0,1 0-1 16,3 2 0-16,0 1-2 0,-2 2 1 15,1 2 0-15,1-3 0 0,-4-1-8 0,-1 4 0 16,3 0 0-16</inkml:trace>
  <inkml:trace contextRef="#ctx0" brushRef="#br0" timeOffset="34299.19">15830 9653 501 0,'0'0'0'0,"0"0"0"16,0-3 0-16,0 3 7 0,0 0 1 0,0 0-2 0,0-4 2 0,0 4-1 15,0 0 0-15,0 0-1 16,0 0 2-16,0 0 0 0,0 0 1 0,0 0-1 15,0 0 1-15,0 0-3 0,0 0-1 0,0 0 1 16,6 0-1-16,-6 0 3 0,5 0 1 0,-5 0 0 0,12 0 0 0,-12 0 7 16,13 0 0-16,-13 0-1 15,5 0 1-15,-5 0 8 0,8 0 0 0,-8 0 0 16,11 0 1-16,-11 0-10 0,19 0 2 0,-19 0 0 0,27-2 0 0,-4 1 3 0,-3-1 0 16,3 2 0-16,-3 0 1 0,-1 0 1 15,-1 0 0-15,3-4 1 0,-1 3 1 0,-1-1-2 0,0 0 0 16,1 1 1-16,1-1-1 15,1 2 11-15,2 0-1 0,-1 0 1 0,-5-5 1 0,-1 1-4 0,0-4 0 16,-4 4 0-16,-2-3 1 0,4 2-4 16,2 0 0-16,-4 1 0 0,-4 4 1 0,2-3-12 15,-1 1 1-15,-1 0 0 0</inkml:trace>
  <inkml:trace contextRef="#ctx0" brushRef="#br0" timeOffset="35760.33">16807 9646 1206 0,'-2'4'0'0,"2"-4"0"0,2 3 0 15,-2-3 0-15,1 2 0 0,-1-2 0 16,0 0 0-16,0 0 2 0,0 0 0 0,0 0 1 16,0 0 0-16,0 0 4 0,0 0 1 0,0 0-1 15,8 0 1-15,-8 0-7 0,6-2 2 0,-6 2-1 16,14-10 0-16,-14 10-1 0,25-21 0 0,-25 21 0 16,24-23 2-16,-24 23-3 0,13-10 1 0,-13 10-1 0,11-10 1 15,-11 10 0-15,11-4 0 0,-11 4 0 0,17-3 0 0,-17 3-1 0,19 0 2 16,-19 0-1-16,18 0 0 15,-18 0-1-15,17 8 1 0,-17-8 0 0,11 12 0 0,-11-12-1 0,11 7 0 16,-11-7 0-16</inkml:trace>
  <inkml:trace contextRef="#ctx0" brushRef="#br0" timeOffset="36182.56">16734 9847 476 0,'0'-2'0'0,"0"2"0"0,4 2 0 0,-4-2 2 0,3 3 0 0,-3-3-1 0,6 2 1 15,-6-2-2-15,13 0 0 0,-13 0 0 0,24 0 0 16,-24 0-1-16,32-2 1 0,-13 1-1 0,1-1 1 0,8 2-5 16,4 0 2-16,-4 0 0 0,0 0-1 0,-2-2 2 0,0 2 1 15,0 2 0-15,-2 0 0 0,-2-2 1 16,1-2 0-16,-1 0 0 0</inkml:trace>
  <inkml:trace contextRef="#ctx0" brushRef="#br0" timeOffset="45710.45">17574 9319 752 0,'0'0'0'0,"0"0"0"16,0 0 0-16,0 0 0 0,0 2 0 0,0-2 0 15,0-2 0-15,0 2-2 0,0 0 1 0,0 0-1 0,0-3 1 16,0 3-1-16,6-4 0 0,-6 4 0 16,7-2 1-16,-7 2 1 0,6-8 0 0,-6 8 0 0,7-7 0 15,-7 7 0-15,4-9 0 0,-4 9 0 0,8-8 0 16,-8 8 0-16,5-7 0 0,-5 7 0 0,6-6 1 16,-6 6 1-16,7-5 1 0,-7 5-1 0,13-3 0 15,-13 3 3-15,19-9 0 0,-19 9 0 0,20-7 0 16,-20 7 2-16,28-3 1 0,-28 3 0 0,21-4 0 0,-21 4-2 15,22-1 1-15,-22 1 0 0,23-6 0 0,-23 6-3 16,18 2 2-16,-18-2-1 0,11 4 1 0,-11-4-1 16,6 0 1-16,-6 0 0 0,4 0 0 0,-4 0 0 15,2 6 1-15,-2-6-2 0,-6 7 2 0,6-7 0 0,-13 16 0 16,13-16-1-16,-22 28 2 0,5-11 10 0,-2 0 0 16,2-1 0-16,1-2 0 0,3-2 7 0,1-4-1 15,3 3 1-15,2-3 0 0,7-8 5 0,-8 7 1 0,8-7 0 16,-7 7 0-16,7-7-5 0,-4 7 0 15,4-7 0-15,-4 5 1 0,4-5-8 0,0 4 0 16,0-4 0-16,0 3 1 0,0-3-7 0,0 4 2 0,0-4-1 16,2 2 0-16,-2-2-4 0,13 0 1 0,-4 0 0 15,5 3 0-15,2 0-6 0,5 6 2 0,-4-5 0 0,-3-1 0 16,-1 2-6-16,-1-5 1 0,-1 4 0 16,-6 1 0-16,-5-5 1 0,10 3-1 0,-10-3 0 15,7 6 0-15,-7-6 0 0,8 6 0 0,-8-6-1 16,7 9 1-16,-7 0 0 0,2-4 2 0,-2-5-1 0,4 10 0 15,-4-10 2-15,-2 11-1 0,-2-4 1 16,-1 5-1-16,-5-2 2 0,-1 4 0 0,0 0-1 0,-2-2 1 16,-2 2 2-16,0 1 1 0,-2 1 0 15,2-2 0-15,-3-4 6 0,3-1 1 0,0 1 0 0,-2 1 1 16,0-3-2-16,2 4 1 0,4-5 0 16,0 0 1-16,0 0-5 0,2-5 1 0,9-2 0 0,-10 7 0 15,10-7-6-15,-13 7 1 0,13-7-1 0</inkml:trace>
  <inkml:trace contextRef="#ctx0" brushRef="#br0" timeOffset="47441.52">18290 9278 476 0,'2'0'0'0,"-2"0"0"0,2 0 0 0,-2 0 79 0,-4 0 1 16,4 0-1-16,0 3 1 0,0-3-32 0,0 5 2 16,0-5-1-16,0 2 0 0,0-2-43 0,0 0 0 15,0 0-1-15,0 0 1 0,0 0-7 0,0 0 1 16,0 0-1-16,0 0 1 0,0 0-15 0,0 0 2 15,0 0-1-15,-6 0 1 0,6 0-3 0,-15 2 0 0,15-2 0 16,-26 12 1-16,26-12 9 0,-33 19 2 16,33-19-1-16,-32 19 1 0,32-19 3 0,-20 15-1 0,20-15 1 15,-14 18 0-15,14-18 1 0,-11 12 0 16,11-12 0-16,-11 8 0 0,11-8 0 0,-5 13 1 0,5-13-1 16,-6 8 1-16,6-8 5 0,-2 4 1 0,2-4-2 0,-4 3 2 15,4-3 7-15,0 5-1 0,0-5 1 16,0 0-1-16,0 0 4 0,0 0 0 0,0 0-1 15,0-3 1-15,0 3 0 0,8-4 0 0,-8 4 0 16,20-10 0-16,-20 10-4 0,34-19 2 0,-34 19-1 16,28-17 1-16,-28 17-7 0,9-18 1 0,-9 18 0 15,9-10 0-15,-9 10-7 0,6-2 1 0,-6 2 1 0,6-3-1 16,-6 3-3-16,3-4 1 0,-3 4 0 16,8-3 0-16,-8 3-1 0,7-2 0 0,-7 2 0 0,8-3 2 15,-8 3-2-15,5-5 0 0,-5 5 0 0,6-2 1 0,-6 2-1 16,4 0 1-16,-4 0 0 0,3 0 0 15,-3 0 0-15,4-2 0 0,-4 2 0 0,0 0 2 0,0 0 0 0,0-3 1 16,0 3 0-16,0-4 0 0,0 4 2 0,0-2 1 0,0 2-2 16,-2-3 2-16,2 3 0 15,0-5 1-15,0 5-1 0,-2-4 1 0,2 4-4 16,0-3 0-16,0 3 0 0,-3-2 0 0,3 2-3 16,0-2 0-16,0 2 0 0,0-1 2 0,0 1-3 15,-2 0 0-15,2 0 0 0,0 0 0 0,0 0 0 16,0 0 0-16,0 0 0 0,0 0 0 0,0 0-1 0,-2-2-1 0,2 2 1 15,0-2 0-15,0 2-2 0,0 0 1 16,0 0-1-16,0 0 1 0,0 0 0 0,-2 0 0 16,2 0-1-16,-2-3 2 0,2 3 0 0,0 0 0 15,0 0 0-15,-2-2 1 0,2 2-1 0,-2 0 1 0,2 0 0 16,-3 0 0-16,3 0 0 0,0 0 0 0,0 0 0 0,-4 0 0 16,4 0 1-16,-4 2 1 0,4-2 0 15,-4 8 1-15,4-8 3 0,-5 12 2 0,5-12-1 16,-8 11 1-16,8-11 5 0,-3 10 2 0,3-10-1 15,-6 11 1-15,6-11 3 0,-7 8 1 0,7-8-1 16,-8 9 1-16,8-9-2 0,-7 5 1 0,7-5 0 16,-11 16 0-16,11-16-3 0,-15 12 2 0,15-12 0 15,-17 14 0-15,17-14-2 0,-22 15 0 0,22-15 0 16,-23 16 1-16,23-16-5 0,-18 17 1 0,18-17-1 0,-19 17 2 16,19-17-2-16,-19 18 1 0,19-18 1 0,-13 19-1 15,13-19 1-15,-7 15 1 0,7-15-1 0,-4 18 1 16,4-18-4-16,-6 12 1 0,6-12 0 0,0 8 1 15,0-8 1-15,0 9 2 0,0-9-1 0,0 7 1 16,0-7-2-16,6 5 2 0,-6-5-1 0,8 2 1 0,-8-2-3 16,7 3 1-16,-7-3-1 0,7 4 2 15,-7-4-6-15,8 3 1 0,-8-3 0 0,7 2 2 0,-7-2-8 16,10 0 1-16,-10 0 1 0,18 0-1 0,-18 0-2 16,19 0 0-16,-19 0-1 0,30 0 1 0,-12 0-2 15,1 0 1-15,-2 0-1 0,1 0 1 0,-5-2-1 0,0 2 1 16,-1-3 1-16,-5 1-1 0,1 0-1 15,-3 1 1-15,-5 1-1 0,9-4 1 0,-9 4-1 0,8-3 0 16,-8 3 0-16,6-4 1 0,-6 4-1 0,3-1 0 16,-3 1 0-16,4-6 0 0,-4 6 0 0,6-3 0 15,-6 3 0-15,0-4 0 0,0 4 0 0,0-5 0 0,0 5 0 16,-4-7 0-16,4 7 0 0,-4-8 0 0,2-1 0 16,0 2 0-16,1 2 0 0,-1-4 0 0,2 9 0 15,-4-10 0-15,4 10 0 0,-9-11 0 0,9 11 0 16,-10-10 1-16,10 10-1 0,-11-5 0 0,11 5 0 15,-11-7 0-15,2 0-1 0,-3 0 1 0,-1 2 0 16,-2 1 0-16,1 4-1 0,-1 0 0 0,4 0 0 0,-4-3 1 16,2 3-1-16,3-3-1 0,10 3 1 15,-9 0 1-15,9 0-1 0,-8-2 1 0,8 2-1 16,-7-4 1-16,7 4 0 0,-7 0 0 0,7 0 0 0,-4-3 0 0,4 3 0 16,-2-4 1-16,2 4-1 15,-7-1 1-15,7 1 0 0,-4-9 1 0,4 9-1 0,-4-3 1 0,4 3-1 16,-2-7 1-16,2 7-1 0,0-6 2 15,0 6-3-15,-2-3 1 0,2 3 0 0,0-3 0 0,0 3-1 16,0-2 1-16,0 2-1 0,0-4 1 0,0 4-1 0,0-5 1 16,0 5-1-16,-3-2 2 0,3 2-2 15,0-1 0-15,0 1 0 0,-2-9 1 0,2 9 0 16,0-7 1-16,0 7-1 0,2-12 1 0,1 7 3 16,-3-4-1-16,4 1 1 0,0-1-1 0,0 2 0 15,3-2 0-15,-7 9 0 0,6-10 0 0,-6 10-2 16,7-7 1-16,-7 7-1 0,6-3 0 0,-6 3-2 0,1-4 1 0,-1 4-1 15,4-3 1-15,-4 3-1 16,4-4 0-16,-4 4 0 0,4 0 0 0,-4 0-1 0,5 0 1 0,-5 0 0 16,4 4 0-16,-4-4-1 0,4 3 1 15,-4-3-1-15,5 4 1 0,-5-4-2 0,8 8-1 0,-8-8 1 16,7 4 1-16,-7-4-5 0,10 3 1 0,-10-3-1 16</inkml:trace>
  <inkml:trace contextRef="#ctx0" brushRef="#br0" timeOffset="48882.27">18767 9319 12 0,'0'0'0'0,"0"0"0"0,0 0 0 0,0 0 115 16,0 0 2-16,0 0-1 0,0 0 0 0,0 0-108 16,0-5 1-16,0 5 0 0,0-4 0 0,0 4-9 0,-2-3 1 15,2 3 0-15,0-4 1 0,0 4-4 16,0-3 2-16,0 3-1 0,0-2 1 0,0 2 0 0,-2-5 0 15,2 5 0-15,-2-2 0 0,2 2 6 16,-2 0 1-16,2 0-2 0,-3 0 2 0,3 0 11 0,-2 2 1 16,2-2-1-16,-10 14 1 0,10-14 8 0,-9 17 1 0,9-17 0 15,-13 21 0-15,13-21 4 0,-9 21-1 16,9-21 0-16,-4 19 1 0,4-19-1 0,-4 14 1 0,4-14-1 16,-3 15 1-16,3-15 1 0,-4 12 1 15,4-12 0-15,-8 14-1 0,8-14-2 0,-7 14-1 0,7-14 0 16,-8 10 2-16,8-10-6 0,-1 7 1 15,1-7 0-15,-4 2 0 0,4-2-5 0,-4 4-1 0,4-4 0 16,0 3 1-16,0-3-4 0,0 0-1 0,0 0 1 16,0 0 0-16,0 0 1 0,0-3 1 0,0 3-1 15,0-4 0-15,0 4 1 0,6-5 0 0,-6 5 0 16,15-19 0-16,-15 19 1 0,24-35 0 0,-11 18 0 16,-2 5 1-16,0 0-4 0,2 0 1 0,0 3-1 0,-3-1 1 0,-10 10-5 15,9-11 2-15,-9 11 0 16,11-8-1-16,-3 6-2 0,-3 0 0 0,-5 2 0 0,13-3 0 0,-7 3-5 15,1 0 0-15,-7 0 0 16,11 0-1-16,-11 0-1 0,10 0 0 0,-10 0-1 0,7 5 1 0,-7-5-3 16,8 7 2-16,-8-7-1 0,7 3 1 0,-7-3-2 0,13 2 0 15,-5-2 1-15,-1 0-1 0,2 0 1 16,3 0 0-16,-3 0-1 0,0-2 2 16,-1 2 1-16,-1-3 0 0,-7 3 1 0,11 0 0 0,-11 0-4 15,10-4 2-15,-10 4-1 0,3 0 1 0,-3 0-5 16,6 0 1-16,-6 0 0 0,0 0 0 0,0 0-1 15,0 0 0-15,0 0 0 0,0 7 0 0,0-7-1 0,-4 5 1 16,4-5-1-16,-5 9 1 0,1-2-1 16,0 2-1-16,4-9 1 0,-7 8 1 0,7-8-1 0,-2 7 0 15,2-7 0-15,-2 5 1 0,2-5-1 0,-4 4 1 0,4-4 0 16,-3 2 0-16,3-2 0 0,0 3 0 16,0-3 0-16,0 3 1 0,0-3 0 0,0 0 1 0,0 0 1 15,0 0-1-15,0 0 0 0,0 0 0 16,0 0 1-16,0-3 0 0,0 3-2 0,0 0 0 0,0 0 0 15,0-3 2-15,0 3-3 0,0-6 0 16,0 6 0-16,13-8 0 0,0-4-2 0,3-1 2 16,1 1 0-16,-4 0 0 0,-2 0-4 0,1 2 1 0,-1 3-2 0,0 0 2 0,0 2-10 15,-3 0 2-15,3 1-1 16,-6-3 1-16,-5 7-9 0,13-5 1 0,-13 5 0 0,8-5 1 0,-8 5-2 16,7-4 0-16,-7 4 0 15,4-3 0-15,-4 3 1 0,4 0 1 0,-4 0 0 0,3 0 0 0,-3 0 8 16,0 0-1-16,0 0 1 15,0 7 1-15,0-7 5 0,0 10-1 0,-1-3 1 16,-1-2 1-16,0 2 1 0,0 2 1 0,2 3 0 16,-4-3 0-16,2-1 1 0,1-1 0 0,1-7 0 0,-4 11 0 0,4-11 0 15,0 6 1-15,0-6-1 0,-2 6 1 16,2-6 2-16,-4 3-1 0,4-3 0 0,0 4 0 16,0-4 2-16,-2 7 0 0,2-7-1 0,0 5 2 0,0-5 1 15,-5 5-1-15,5-5 1 0,0 7-1 0,0-7-1 16,-4 5-1-16,4-5 1 0,0 7-1 0,0-7-2 15,-4 5 1-15,4-5-1 0,-3 5 2 0,3-5-3 16,0 4 1-16,0-4-1 0</inkml:trace>
  <inkml:trace contextRef="#ctx0" brushRef="#br0" timeOffset="49565.06">19376 9248 1243 0,'0'2'0'0,"0"-2"0"0,0 3 0 0,0-3 12 0,0 0 1 0,0 0-1 0,0 0 1 15,0 0 3-15,0 0 1 0,0 0 0 0,0 0 0 16,0 0-3-16,0 4 2 0,0-4-2 0,-4 5 2 0,4-5-9 16,-3 5 1-16,3-5 0 0,-17 7-1 0,17-7-3 15,-24 7-1-15,24-7 1 0,-26 7-1 0,26-7-2 0,-25 7 0 16,25-7 0-16,-16 7 2 0,16-7-3 15,-8 8 1-15,8-8-1 0,-7 6 1 0,7-6 0 0,-4 7 1 16,4-7-1-16,-8 13 2 0,8-13 0 0,-7 19 0 16,7-19 1-16,-11 18 0 0,11-18 1 15,-11 20 0-15,11-20 0 0,-10 16 0 0,10-16 1 0,-3 17 0 16,3-17-1-16,-4 9 1 0,4-9 1 0,2 5 0 16,-2-5 0-16,2 4 1 0,-2-4 1 0,0 3 0 0,0-3 0 15,0 4 0-15,0-4 1 0,9 3 0 16,-9-3 0-16,15-2 1 0,-15 2 5 0,30-5 0 0,-12-2 0 15,3 2 0-15,-1 0-6 0,1 1 1 16,-1-4-1-16,-3 1 1 0,-2 2-4 0,-2-4 0 0,-2 5 1 16,-3 1 0-16,-8 3-2 0,9 0-1 15,-9 0 1-15,6-3 0 0,-6 3 0 0,3 0 1 0,-3 0 0 16,4-2 0-16,-4 2-3 0,4 0 1 0,-4 0-1 0,3-4 1 0,-3 4-3 16,0-3 1-16,0 3-1 15,-1-4 2-15,1 4-2 0,-4-6 0 0,4 6 0 0,-6-7 1 0,3-2-2 16,-3 2 1-16,0 2-1 15,1-2 1-15,5 7 0 0,-2-5 0 0,2 5 0 0,-4-5 0 0,4 5 2 16,-4-2-1-16,4 2 0 16,-3-2 2-16,3 2-1 0,-8-3 1 0,8 3-1 0,-7 0 2 15,7 0 0-15,-11 0 0 0,1 0 0 0,3 0 1 16,-1 3-3-16,1-1 2 0,1 1-2 0</inkml:trace>
  <inkml:trace contextRef="#ctx0" brushRef="#br0" timeOffset="50430.88">19816 9137 1356 0,'0'0'0'0,"0"0"0"15,0 0 0-15,0 0 8 0,0-3 0 0,0 3 0 16,0-2 0-16,0 2-3 0,0 0 2 0,0 0-1 0,0-2 0 0,0 2-5 15,0 2 1-15,0-2-1 16,-10 2 1-16,10-2-4 0,-22 0 1 0,22 0-1 16,-33 7 1-16,12 1-2 0,-1 1 0 0,1 0-1 15,3-1 1-15,-1 3 3 0,0-1 0 0,1 1 0 0,-1-1 0 16,0 2 7-16,1 4-1 0,1-4 1 0,2 0 0 0,0 0 7 0,0-2 2 16,2 2-1-16,2 4 0 15,2-4 2-15,-1 0 1 0,1 2 0 0,2-2 0 0,1-3-2 16,1-2 0-16,5-7-1 0,-6 10 1 0,6-10-4 15,-6 11 2-15,6-11-1 0,-3 12 1 0,3-12-3 0,-2 8 0 16,2-8 0-16,5 9 1 0,-5-9-3 0,6 5 0 16,-6-5 0-16,7 4 1 0,-7-4-4 0,8 7 1 15,1-6 0-15,0 1 1 0,6-2-3 16,4-2 2-16,0 1-1 0,-4-3 0 0,-2-1 1 16,0-2 1-16,0-5-1 0,2 3 1 0,-4 1-1 0,2-3 1 15,2 1 0-15,1-1 0 0,3-2 1 0,-4-5 0 16,0 3 0-16,0-3 1 0,-2 1 0 0,0 2 1 15,-2-6-1-15,0 2 2 0,0-2-7 0,1-2 2 16,3 1-1-16,-2 1 0 0,3 2 0 0,1 4 0 16,-4-1-1-16,-4-1 1 0,1 1-2 0,-1-1 2 15,0 1-2-15,-1 2 2 0,-1 4-3 0,-1 1 2 16,0 1-2-16,-3 3 2 0,-3 5-4 0,8-9 0 0,-8 9 0 16,7-7 1-16,-7 7-1 0,8-7 1 0,-8 7-1 15,1-2 1-15,-1 2-1 0,4-3 1 0,-4 3-1 16,4-4 2-16,-4 4-2 0,0-1 0 0,0 1 0 15,0 0 1-15,0 0 3 0,0 3-1 0,0-3 1 16,-4 5-1-16,4-5 3 0,-4 2 0 0,4-2-1 16,-5 10 1-16,-1 3 1 0,-1-3 0 0,1 4 0 0,3 3 1 15,-1-3-3-15,0 1 2 0,2-1 0 0,2-2 0 0,2 1-1 16,2-1-1-16,0 0 1 0,-3 0 1 16,1 0-5-16,2 0 2 0,0 0-2 0,-2 0 2 0,-1 0-4 15,-1-1 1-15,0-1-1 0,0 1 1 16,0 1-2-16,0 3 2 0,0-3-2 0,0-3 1 15,0 3-1-15,-1-3 0 0,-1 3 0 0,0-5 0 0,0 2 0 16,2-1 0-16,-4 1 0 0,2-6 0 0,2-3-1 0,0 9 1 16,0-9-2-16,0 3 2 0,0-3-2 15,0 9 1-15,0-9 0 0,0 2 0 0,0-2-3 0,0 3 1 16,0-3 0-16</inkml:trace>
  <inkml:trace contextRef="#ctx0" brushRef="#br0" timeOffset="51350.21">20134 8937 665 0,'4'3'0'0,"-4"-3"0"16,6 5 0-16,-6-5 64 0,2 4 1 0,-2-4-1 15,1 3 1-15,-1-3 5 0,14 7 0 0,-14-7 0 16,20 5 1-16,-20-5-57 0,28 7 2 0,-9-5-2 0,-1 1 2 0,1-3-14 16,1 0 2-16,1-3-2 15,-3-2 1-15,1 1-3 0,0-4 0 0,-2 1 0 0,1 2 0 0,-1-4 0 0,0 2 2 16,1 2-2 0,-3-4 1-16,0 2 1 0,-2 2 0 0,0-4 0 15,0 6 1-15,-2-4 3 0,-1 5 2 0,-1-1 0 0,0 3 0 16,-1-4 4-16,-3 3 1 0,-5 1-1 0,12-4 0 15,-12 4-2-15,11 2 1 0,-11-2-1 0,7 3 0 16,-7-3 3-16,4 4 1 0,-4-4-1 0,2 5 1 0,-2-5-1 16,0 10 1-16,0-10-1 0,-6 12 0 15,4-1 1-15,-5 4-1 0,-1-2 1 0,5-1 0 0,-3 1 1 16,2 3 1-16,-1-4-2 0,-3 0 2 0,3-3 4 16,-1 3 2-16,-1-3-1 0,-1 3 0 0,3 0 4 15,-1 0 1-15,-1 0 0 0,-1 2-1 0,1 3-9 16,-1 4 1-16,1 0 0 0,-1-2 0 0,1-5 0 0,-2 1 3 15,-1 1-2-15,3-1 1 0,3 3-4 0,0-6 2 16,1 2-1-16,3-2 1 0,0 0-5 0,3-3 0 16,1-1 1-16,-2 1-1 0,0 0-2 0,0-3 0 15,-2-6 0-15,5 13 0 0,-5-13-3 0,8 8 1 16,-8-8-1-16,11 5 1 0,-11-5-5 0,4 4 0 0,-4-4 1 16,7 3 0-16,-7-3-4 0,8 0 1 0,-8 0-1 15,5-3 1-15,-5 3-2 0,4-4 1 0,-4 4 0 16</inkml:trace>
  <inkml:trace contextRef="#ctx0" brushRef="#br0" timeOffset="51749.21">20308 9162 1419 0,'0'0'0'0,"0"0"0"0,0 0 0 0,0 0 9 0,0 5 0 0,0-5 0 15,7 3 0-15,-7-3 7 0,15 0 1 16,-15 0-2-16,15 0 2 0,-15 0-10 0,22 0 0 0,-22 0-1 16,21 0 2-16,-21 0-8 0,13 0 0 0,-13 0 0 15,7-3 1-15,-7 3-1 0,8-5 0 0,-8 5 0 16,9 0 1-16,-9 0 0 0,19-4 2 0,-19 4-2 16,18 0 1-16,-18 0 1 0,19 0 2 0,-19 0-2 15,19 5 2-15,-19-5 2 0,24 4-1 0,-24-4 1 0,22 0 0 16,-22 0 1-16,36-5-1 0,-36 5 1 15</inkml:trace>
  <inkml:trace contextRef="#ctx0" brushRef="#br0" timeOffset="52430.64">20952 9092 703 0,'0'0'0'0,"0"0"0"0,2 4 0 0,-2-4 26 16,0 5 1-16,0-5 0 0,0 3 0 0,0-3 16 15,0 4 1-15,0-4 0 0,0 2 1 0,0-2-13 16,6 0 2-16,-6 0 0 0,11-2-1 0,-11 2-11 15,11-4-1-15,-11 4 0 0,11-3 1 0,-11 3-4 0,8 0 1 16,-8 0-1-16,7-2 1 0,-7 2-3 0,8 0-1 16,-8 0 1-16,7 0 1 0,-7 0-3 0,8 0 1 15,-8 0 0-15,15 0 0 0,-15 0-4 0,24 0 2 16,-24 0-2-16</inkml:trace>
  <inkml:trace contextRef="#ctx0" brushRef="#br0" timeOffset="52849.41">20947 9293 1192 0,'2'2'0'0,"-2"-2"0"0,3 3 0 0,-3-3 13 0,0 0 0 0,0 0 0 16,4 0 0-16,-4 0 15 0,6 0 0 0,-6 0 0 15,3 0 0-15,-3 0-10 0,6 0 1 0,-6 0 0 16,2 0 0-16,-2 0-10 0,4 0 1 0,-4 0-1 16,3 0 2-16,-3 0-5 0,2 0 1 0,-2 0 0 15,0-3 1-15,0 3-5 0,8-4 1 0,-8 4 1 16</inkml:trace>
  <inkml:trace contextRef="#ctx0" brushRef="#br0" timeOffset="56190.79">21372 8762 12 0,'-2'0'0'0,"2"0"0"0,2 0 0 0,-2 0 0 15,1-4 0-15,-1 4 0 0,0-1 1 16,0 1 30-16,0 0 2 0,0 0-1 0,0 0 1 0,0 0 7 0,0 0 2 16,0 0-1-16,0-2 1 15,0 2-4-15,2-4 0 0,-2 4 0 0,8-1 2 16,-8 1-11-16,7-5 1 0,-7 5 0 0,8-4 1 15,-8 4-10-15,13-9 2 0,-13 9-1 0,11-7 0 0,-11 7 1 0,7-5 0 16,-7 5 0-16,8-3 0 0,-8 3 3 16,15-9 1-16,-15 9-1 0,11-7 1 0,-11 7-1 15,13-3 1-15,-13 3 0 0,22-7 0 0,-22 7-3 0,30-4 1 0,-30 4 0 16,36-7 0-16,-14 6-5 0,2-1-1 16,-2 0 0-16,-1-1 0 0,-2 3 0 0,-1 0 1 0,1-2 0 15,-2 2 0-15,-1 2-2 0,1 1 1 16,-2-3 1-16,-4 2-1 0,-3 0-1 0,-3-1 1 15,-5-1-1-15,11 4 1 0,-11-4-1 0,6 3 0 16,-6-3 0-16,4 4 1 0,-4-4-5 0,4 7 2 0,-4-7-1 16,-6 10 0-16,-3-1-2 0,-3 3 0 0,-2 4-1 0,-3 1 2 15,0-5-2-15,-2 0 2 0,1 0-2 16,-3 0 1-16,-1-1 8 0,-2-3-1 0,3 3 0 16,4-1 0-16,2-3 4 0,2 0-1 0,4-2 1 15,4-1 0-15,5-4-3 0,-2 5 1 0,2-5 0 16,0 3 0-16,0-3-12 0,0 2 1 0,0-2-1 15,0 3 2-15,0-3-8 0,5 4 2 0,-5-4-1 16,13 3 1-16,-3 3-5 0,1-3 1 0,2-1 1 16,2 1-1-16,0 1-2 0,0-1 0 0,-2 2 0 15,0 0 1-15,0 2-1 0,-2-3 0 0,-2-2 0 0,-1 5 0 0,-3-2 0 0,1 2 0 16,1-2 0-16,1 0 0 16,-1 0 0-16,1 2 0 0,1 0 0 0,2-2 0 15,0 2 0-15,0 2 0 0,-1-6 0 0,-1 2 0 16,-1 1 1-16,-3-1 1 0,-5-5-1 0,9 10 2 15,-9-10 3-15,4 7 1 0,-4-7 0 0,-2 9 1 0,2-9 4 16,-3 12 2-16,-5-3-2 0,-3-4 1 16,-6 3 6-16,-7 3 1 0,0-3-1 0,0 1 1 0,-1-4-9 15,-1 2 0-15,0-3 0 0,0 1 1 0,2 0-10 16,1-1 0-16,3-1 0 0,0 0 1 0,-1 3-3 0,1 1 0 16,3-2 0-16</inkml:trace>
  <inkml:trace contextRef="#ctx0" brushRef="#br0" timeOffset="57980.86">4705 11143 12 0,'-2'-3'0'0,"2"3"0"0,0 3 0 0,0-3 47 16,-6 5 0-16,6-5 0 0,0 2 0 0,0-2 17 15,-3 0 0-15,3 0 0 0,0 0 0 0,0 0-29 0,0 0 1 16,0 0-1-16,-2 0 1 0,2 0-13 15,-4 0 2-15,4 0-2 0,-4 0 2 0,4 0-10 0,-9 0 0 16,9 0 0-16,-8 0 1 0,8 0-3 0,-1 0 1 16,1 0-1-16,-6 0 1 0,6 0 2 0,-4 5 1 0,4-5 0 15,-2 2 1-15,2-2 8 0,-3 0 0 0,3 0-1 16,5 0 2-16,-5 0 5 0,6 0-1 0,-6 0 1 16,11 3 0-16,-11-3 0 0,26 7 0 0,-26-7 1 15,37 9-1-15,-12-9 4 0,-1 2 1 16,0-1-1-16,2 1 1 0,-2-2-3 0,6 0 1 0,-4-2-2 15,0-1 2-15,0-1-9 0,-1 1 1 0,-1 1 0 16,0 1 0-16,6-1 7 0,-2-2 1 0,2 4 0 16,0-5 1-16,-1 0-4 0,-1-2 2 0,2 2-1 0,-6 0 0 15,1-1-5-15,-7 1 0 0,1 2 1 16,-1-1 0-16,3 1-11 0,1-2 1 0,-3 0 0 0,-4 1 0 16,2 2-6-16,-8 1 1 0,0-3-1 15,-3 2 1-15,-6 2-8 0,4 0 1 0,-4 0 0 0,3 0 1 0,-3 0-7 16,6 0 1-16,-6 0-1 15</inkml:trace>
  <inkml:trace contextRef="#ctx0" brushRef="#br0" timeOffset="59880.88">25355 13059 1218 0,'-2'-2'0'0,"2"2"0"0,2 5 0 0,-2-5 10 0,2 5 2 16,-2-5-1-16,0 4 0 0,0-4 9 0,-2 3 0 0,2-3 1 16,0 0 0-16,0 0-5 0,0 0 0 15,0 0 0-15,0 0 1 0,0 0 5 0,0 0 1 16,0 0-1-16,0 0 1 0,0 0-10 0,0 0 1 15,0 0-1-15,0 6 2 0,0-6-4 0,6 22 0 0,-2-1 0 16,-3 5 1-16,-1 0 3 0,-1 5 1 0,-1 0 0 0,0-5-1 16,0 0 2-16,2-5 1 0,2 1 0 15,0-1 0-15,-2 1 0 0,0 1 0 0,2-2 0 16,-1-2 1-16,1-4-1 0,0-1 1 0,0-2 0 16,0 0 0-16,0-3-4 0,0-2 1 0,-2-7-1 0,3 10 1 0,-3-10-6 15,4 11 0-15,-4-11 0 16,4 10 2-16,-4-10-7 0,0 9 2 0,0-2 0 15,0 0-1-15,0 0-3 0,0 0-1 0,0-7 0 16</inkml:trace>
  <inkml:trace contextRef="#ctx0" brushRef="#br0" timeOffset="60765.95">25622 13066 929 0,'0'0'0'0,"0"0"0"0,0 0 0 0,0 0 22 15,0 5 2-15,0-5-2 0</inkml:trace>
  <inkml:trace contextRef="#ctx0" brushRef="#br0" timeOffset="61263.41">25665 12967 904 0,'0'2'0'16,"0"-2"0"-16,0 7 0 0,0-7 4 0,0 3 1 16,0-3-1-16,0 4 1 0,0-4 4 0,0 5 0 0,0-5 0 15,0 0 1-15,0 0 3 0,0 0 2 16,0 0 0-16,0 0-1 0,0 0-3 0,0 0 2 15,0 0-1-15,0 0 0 0,0 0 3 0,0 0 0 16,0 0-1-16,0 0 2 0,0 0 0 0,3 0 0 0,-3 0 0 16,4 0 1-16,-4 0 1 0,4 0 1 15,-4 0 0-15,3-4 0 0,-3 4-1 0,6-3 1 0,-6 3 0 16,13-4 0-16,-13 4-2 0,13-6 0 16,-13 6 0-16,17-7 0 0,-17 7 0 0,24-6 1 0,-24 6-2 15,28-5 2-15,-28 5-2 0,28-3 0 0,-28 3-1 0,28-4 2 16,-28 4-1-16,30 2 1 0,-30-2-1 15,28 2 0-15,-28-2-1 0,30 0 1 0,-30 0-1 16,28 0 1-16,-28 0-5 0,29 7 2 0,-29-7-1 16,21 10 0-16,-21-10-3 0,9 2 1 0,-9-2 1 0,4 7-1 15,-4-7-1-15,4 5 0 0,-4-5 0 16,0 14 1-16,0-14-1 0,-4 26 1 0,4-26 0 0,-13 33 0 16,4-13-1-16,-5 1 1 0,1-2 0 0,0 0 0 0,2-1-1 0,4-1 1 15,-1 0-1-15,1 0 1 16,-1 2-1-16,3 1 1 0,-1-5-1 0,1 1 2 0,-1-2-3 0,2-4 1 15,2-3 0-15,1 0 2 0,1-7-1 16,-2 7 0-16,2-7 0 0,0 7 1 0,0-7 3 0,0 3 0 16,0-3 0-16,0 4 0 0,0-4 2 0,0 3 0 0,0-3-1 15,0 3 1-15,0-3-1 0,0 6 0 16,0-6 0-16,0 1 1 0,0-1-3 0,7 0 1 16,2-1-1-16,6-3 0 0,8-1-1 0,7-2 0 15,-1 2 0-15,-1-4 1 0,0 2-4 0,-2-1 1 0,2-1-1 16,2 0 1-16,2-1-2 0,-1-2 0 15,3 1-1-15,0 5 2 0,-1-3-2 0,2 0 0 0,-1 2 0 16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0.625"/>
    </inkml:context>
    <inkml:brush xml:id="br0">
      <inkml:brushProperty name="width" value="0.025" units="cm"/>
      <inkml:brushProperty name="height" value="0.025" units="cm"/>
    </inkml:brush>
  </inkml:definitions>
  <inkml:trace contextRef="#ctx0" brushRef="#br0">155 597 96 0 0,'-1'-6'0'0'0,"-4"0"0"0"0,-1-1 0 0 0,5 1 0 0 0,0-3 0 0 0,-4-4 0 0 0,-1-6 0 0 0,-3-5 0 0 0,-5-20 16 0 0,3 13 1064 0 0,-13-62 0 0 0,22 83-745 0 0,0-5 316 0 0,0 1 0 0 0,1-1 0 0 0,0 0 0 0 0,3-21 0 0 0,-1 17-212 0 0,0 14-301 0 0,0-1-1 0 0,0 0 1 0 0,0 1-1 0 0,1-1 1 0 0,0 1 0 0 0,0 0-1 0 0,0-1 1 0 0,1 1-1 0 0,5-8 1 0 0,-6 9-85 0 0,-1 3-27 0 0,0-1 0 0 0,0 1 0 0 0,-1 0 0 0 0,1 0 0 0 0,-1 0 0 0 0,1-1-1 0 0,-1 1 1 0 0,1 0 0 0 0,-1-1 0 0 0,0 1 0 0 0,0 0 0 0 0,1-1 0 0 0,-1 1 0 0 0,0-1-1 0 0,0 1 1 0 0,-1-2 0 0 0,1 1 0 0 0,0 1 0 0 0,0 0 0 0 0,0-1 0 0 0,0 1 0 0 0,0 0 0 0 0,0-1 0 0 0,0 1 0 0 0,0 0 0 0 0,1-1 0 0 0,-1 1 0 0 0,1 0 0 0 0,-1 0 0 0 0,1-1 0 0 0,-1 1 0 0 0,2-2 0 0 0,23-47 722 0 0,-13 30-315 0 0,-10 19-326 0 0,-1-1 0 0 0,0 0-1 0 0,0 0 1 0 0,0 0 0 0 0,0 1 0 0 0,0-1 0 0 0,0 0 0 0 0,-1 0 0 0 0,1 0 0 0 0,-1 0 0 0 0,1 0 0 0 0,-1-1 0 0 0,0 1-1 0 0,1-3 1 0 0,-7 199 404 0 0,5-148-424 0 0,-2-1 1 0 0,-2 1-1 0 0,-11 48 0 0 0,11-66-19 0 0,1 0-1 0 0,1 44 0 0 0,2-39 17 0 0,-6 46 1 0 0,-12 9 88 0 0,10-53 0 0 0,-8 68 1 0 0,5 72 335 0 0,6-116-44 0 0,-18 87 0 0 0,13-91-4 0 0,10-51-451 0 0,1-3 17 0 0,-1 0 0 0 0,1-1 0 0 0,0 1 0 0 0,0 0 0 0 0,-1 0 0 0 0,1-1 0 0 0,0 1 0 0 0,0 0 0 0 0,0 0 0 0 0,0-1 0 0 0,0 1 0 0 0,0 0 0 0 0,1 0 0 0 0,-1-1 0 0 0,0 1 0 0 0,0 0 0 0 0,0 0 0 0 0,1-1 0 0 0,-1 1 0 0 0,0 0 0 0 0,1-1 0 0 0,-1 1 0 0 0,1 1 1 0 0,0 3 481 0 0,1-13-273 0 0,60-142 36 0 0,25-54-67 0 0,-65 164-89 0 0,2 1-1 0 0,54-66 1 0 0,-76 103-110 0 0,0 0 0 0 0,0-1 0 0 0,0 1 1 0 0,1 0-1 0 0,-1 0 0 0 0,1 0 0 0 0,-1 1 1 0 0,1-1-1 0 0,0 1 0 0 0,0-1 0 0 0,0 1 0 0 0,-1 0 1 0 0,1 0-1 0 0,5-1 0 0 0,0 1 4 0 0,1 0 0 0 0,-1 1 0 0 0,1 0 1 0 0,9 1-1 0 0,-4 4-2 0 0,-8-1-7 0 0,-1 1 0 0 0,0 0 1 0 0,0 1-1 0 0,-1-1 0 0 0,1 1 0 0 0,-1 0 0 0 0,0 0 1 0 0,-1 0-1 0 0,1 0 0 0 0,2 8 0 0 0,4 13 4 0 0,9 32-1 0 0,-17-50-4 0 0,4 11 5 0 0,-2 0-1 0 0,0 0 1 0 0,-1 0-1 0 0,-2 0 0 0 0,0 1 1 0 0,-3 35-1 0 0,1-41-3 0 0,0-1-1 0 0,0 0 0 0 0,-2-1 0 0 0,-4 21 0 0 0,-28 94-104 0 0,33-121 97 0 0,2-4 7 0 0,1 21-17 0 0,2-13 17 0 0,-1-10 0 0 0,0 0 0 0 0,1 1 0 0 0,-1-1 0 0 0,1 0 0 0 0,0 0 0 0 0,-1 0 0 0 0,1 0 0 0 0,0-1 0 0 0,-1 1 0 0 0,1-1 0 0 0,0 0 0 0 0,-1 1 0 0 0,1-1 0 0 0,0 0 0 0 0,0-1 0 0 0,0 1 0 0 0,-1 0 0 0 0,1-1 0 0 0,4-1 0 0 0,1 0 0 0 0,1-1 0 0 0,-1 0 0 0 0,0-1 0 0 0,16-8 0 0 0,0-4 7 0 0,24-21 0 0 0,-13 5-5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2.274"/>
    </inkml:context>
    <inkml:brush xml:id="br0">
      <inkml:brushProperty name="width" value="0.05" units="cm"/>
      <inkml:brushProperty name="height" value="0.05" units="cm"/>
    </inkml:brush>
  </inkml:definitions>
  <inkml:trace contextRef="#ctx0" brushRef="#br0">341 0 7024 0 0,'-14'15'61'0'0,"-4"9"220"0"0,2 2 155 0 0,-7 14 332 0 0,-17 27 138 0 0,-1-3-53 0 0,-40 88 1 0 0,56-104-588 0 0,-6 3 25 0 0,24-43-237 0 0,2 0-1 0 0,-1 0 1 0 0,1 1 0 0 0,1 0 0 0 0,-1 0-1 0 0,2 0 1 0 0,-1 0 0 0 0,1 1 0 0 0,0-1-1 0 0,1 1 1 0 0,-2 16 0 0 0,4-1 61 0 0,0 101 379 0 0,2-108-420 0 0,0 0-1 0 0,1 0 0 0 0,1 0 0 0 0,1-1 0 0 0,7 19 0 0 0,-1-9 23 0 0,-3-5 31 0 0,1 0 1 0 0,22 39 0 0 0,-28-56-103 0 0,1 0 0 0 0,-1 0 0 0 0,1-1 0 0 0,0 0-1 0 0,0 1 1 0 0,0-1 0 0 0,0 0 0 0 0,1-1 0 0 0,0 1-1 0 0,-1-1 1 0 0,1 0 0 0 0,0 0 0 0 0,1-1 0 0 0,-1 1 0 0 0,0-1-1 0 0,12 3 1 0 0,1-3 73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3.276"/>
    </inkml:context>
    <inkml:brush xml:id="br0">
      <inkml:brushProperty name="width" value="0.05" units="cm"/>
      <inkml:brushProperty name="height" value="0.05" units="cm"/>
    </inkml:brush>
  </inkml:definitions>
  <inkml:trace contextRef="#ctx0" brushRef="#br0">83 27 7232 0 0,'-4'0'74'0'0,"4"0"11"0"0,0 0 0 0 0,-1 0 0 0 0,1 0 0 0 0,-1 0 0 0 0,1 0 0 0 0,-1 0 0 0 0,1 0 0 0 0,-1 0 0 0 0,1 0 0 0 0,0 0 0 0 0,-1 0 0 0 0,1 0 0 0 0,-1 0 0 0 0,1 0 0 0 0,-1 0 0 0 0,1 0 0 0 0,-1 0 0 0 0,1 0 0 0 0,0-1 0 0 0,-1 1 0 0 0,1 0 0 0 0,-1 0 0 0 0,1-1 0 0 0,0 1 0 0 0,-1 0 0 0 0,1 0 0 0 0,0-1 0 0 0,-1 1 0 0 0,1 0 0 0 0,0-1 0 0 0,-1 1 0 0 0,1-1-1 0 0,0 1 1 0 0,0 0 0 0 0,0-1 0 0 0,-1 1 0 0 0,1-1 0 0 0,0 1 0 0 0,0-1 0 0 0,0 1 0 0 0,0 0 0 0 0,0-1 0 0 0,0 1 0 0 0,0-1 0 0 0,0 1 0 0 0,0-1 0 0 0,0 1 0 0 0,0-1 0 0 0,0 1 0 0 0,0 0 0 0 0,0-1 0 0 0,0 1 0 0 0,1-1 0 0 0,-1-1-110 0 0,-6-9 1601 0 0,5 19-1136 0 0,-24 214 508 0 0,23-196-816 0 0,2-20-85 0 0,-1 0 0 0 0,0 1 1 0 0,0-1-1 0 0,0 0 0 0 0,0 0 1 0 0,-1 0-1 0 0,0 0 0 0 0,-3 6 1 0 0,1-5 1 0 0,3-6-36 0 0,0 0 1 0 0,0 1 0 0 0,0-1-1 0 0,0 0 1 0 0,1 1 0 0 0,-1-1-1 0 0,0 1 1 0 0,1-1 0 0 0,-1 1 0 0 0,1-1-1 0 0,-1 2 1 0 0,-1 5 75 0 0,2-8-73 0 0,0 0 0 0 0,0 0 1 0 0,-1 0-1 0 0,1 0 0 0 0,0 0 1 0 0,0 1-1 0 0,0-1 0 0 0,0 0 1 0 0,0 0-1 0 0,-1 0 0 0 0,1 0 0 0 0,0 1 1 0 0,0-1-1 0 0,0 0 0 0 0,0 0 1 0 0,0 0-1 0 0,0 1 0 0 0,0-1 1 0 0,0 0-1 0 0,0 0 0 0 0,0 0 0 0 0,0 1 1 0 0,0-1-1 0 0,0 0 0 0 0,0 0 1 0 0,0 0-1 0 0,0 1 0 0 0,0-1 1 0 0,0 0-1 0 0,0 0 0 0 0,0 0 1 0 0,0 1-1 0 0,0-1 0 0 0,0 0 0 0 0,0 0 1 0 0,0 0-1 0 0,0 1 0 0 0,1-1 1 0 0,-1 0-1 0 0,0 0 0 0 0,0 0 1 0 0,0 0-1 0 0,0 1 0 0 0,0-1 1 0 0,1 0-1 0 0,-1 0 0 0 0,0 0 0 0 0,0 0 1 0 0,0 0-1 0 0,0 0 0 0 0,1 0 1 0 0,-1 0-1 0 0,0 1 0 0 0,0-1 1 0 0,0 0-1 0 0,1 0 0 0 0,-1 0 0 0 0,16-1 53 0 0,0 0 0 0 0,0 0-1 0 0,0-2 1 0 0,24-6-1 0 0,69-32 94 0 0,-72 26-128 0 0,-30 13-28 0 0,0 0 0 0 0,-1 0 0 0 0,1 1 0 0 0,0 0 0 0 0,0 0 0 0 0,0 1 0 0 0,13 1-1 0 0,1-1-1 0 0,-16 0-8 0 0,3 2 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3.656"/>
    </inkml:context>
    <inkml:brush xml:id="br0">
      <inkml:brushProperty name="width" value="0.05" units="cm"/>
      <inkml:brushProperty name="height" value="0.05" units="cm"/>
    </inkml:brush>
  </inkml:definitions>
  <inkml:trace contextRef="#ctx0" brushRef="#br0">143 1 10152 0 0,'-2'25'1411'0'0,"-7"16"-1286"0"0,2-9-68 0 0,-11 58 347 0 0,-32 95 0 0 0,47-171-265 0 0,-1 1-1 0 0,2 0 1 0 0,-2 25 0 0 0,4-25 13 0 0,-2-1 1 0 0,0 1 0 0 0,-6 22-1 0 0,5-29 20 0 0,-1 0 1 0 0,0 0-1 0 0,0 0 0 0 0,-1 0 0 0 0,-5 7 1 0 0,9-13-21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4.447"/>
    </inkml:context>
    <inkml:brush xml:id="br0">
      <inkml:brushProperty name="width" value="0.05" units="cm"/>
      <inkml:brushProperty name="height" value="0.05" units="cm"/>
    </inkml:brush>
  </inkml:definitions>
  <inkml:trace contextRef="#ctx0" brushRef="#br0">172 1 7736 0 0,'1'6'599'0'0,"-1"-6"-554"0"0,0 1 0 0 0,0-1 0 0 0,0 1 0 0 0,0-1 0 0 0,0 1 0 0 0,0-1 0 0 0,0 1 0 0 0,1-1 1 0 0,-1 1-1 0 0,0-1 0 0 0,0 1 0 0 0,0-1 0 0 0,1 0 0 0 0,-1 1 0 0 0,0-1 0 0 0,1 1 0 0 0,-1-1 0 0 0,0 1 1 0 0,1-1-1 0 0,-1 0 0 0 0,0 1 0 0 0,1-1 0 0 0,0 1 0 0 0,37-1 2058 0 0,-38 9-2040 0 0,-1 0 1 0 0,0 0-1 0 0,-1 0 1 0 0,0 0 0 0 0,-1 0-1 0 0,-5 14 1 0 0,6-16-39 0 0,-26 60 83 0 0,15-40-70 0 0,-7 15 21 0 0,11-25-7 0 0,0 1 0 0 0,-11 36 1 0 0,15-42-39 0 0,1 0 1 0 0,-2-1-1 0 0,0 0 1 0 0,0 1-1 0 0,-1-2 1 0 0,0 1-1 0 0,-1-1 1 0 0,-16 17-1 0 0,6-2 73 0 0,18-24-53 0 0,-1 0 1 0 0,0 0 0 0 0,0 1-1 0 0,1-1 1 0 0,-1 0-1 0 0,0 0 1 0 0,1 0-1 0 0,0 1 1 0 0,-1-1-1 0 0,1 0 1 0 0,-1 1-1 0 0,1-1 1 0 0,0 0-1 0 0,0 0 1 0 0,0 1-1 0 0,0-1 1 0 0,0 3-1 0 0,0-2 121 0 0,30-10 250 0 0,-17 5-286 0 0,0-1-1 0 0,16-9 1 0 0,14-3 55 0 0,2 3 10 0 0,64-29 0 0 0,-83 36-178 0 0,-24 5-12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4.855"/>
    </inkml:context>
    <inkml:brush xml:id="br0">
      <inkml:brushProperty name="width" value="0.05" units="cm"/>
      <inkml:brushProperty name="height" value="0.05" units="cm"/>
    </inkml:brush>
  </inkml:definitions>
  <inkml:trace contextRef="#ctx0" brushRef="#br0">29 0 9944 0 0,'0'0'160'0'0,"0"11"-120"0"0,6 73 45 0 0,-3-60-35 0 0,-1 1-1 0 0,-1-1 0 0 0,-4 44 0 0 0,-7 83 408 0 0,2-14 210 0 0,4-98-204 0 0,4 57-1 0 0,-3 27 623 0 0,-6-72-813 0 0,6-36-200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5.314"/>
    </inkml:context>
    <inkml:brush xml:id="br0">
      <inkml:brushProperty name="width" value="0.05" units="cm"/>
      <inkml:brushProperty name="height" value="0.05" units="cm"/>
    </inkml:brush>
  </inkml:definitions>
  <inkml:trace contextRef="#ctx0" brushRef="#br0">299 0 10952 0 0,'-2'14'57'0'0,"9"4"142"0"0,-1-4-81 0 0,5 36 194 0 0,-11-47-294 0 0,1 1-1 0 0,-1-1 1 0 0,1 1-1 0 0,0-1 0 0 0,0 1 1 0 0,0-1-1 0 0,1 0 1 0 0,2 5-1 0 0,0 0 12 0 0,31 75 156 0 0,-20-47-119 0 0,15 45 1 0 0,-30-81-66 0 0,46 179 97 0 0,-36-135-45 0 0,-3 1 1 0 0,3 49-1 0 0,-10-73-25 0 0,-1 0 0 0 0,0 0 0 0 0,-2 0 0 0 0,0-1 0 0 0,-1 1-1 0 0,-2-1 1 0 0,-8 25 0 0 0,1-16 49 0 0,0 0 0 0 0,-2-1-1 0 0,-1 0 1 0 0,-22 29 0 0 0,-19 13 303 0 0,-3-3 0 0 0,-93 82 0 0 0,144-141-338 0 0,-32 30 161 0 0,0-5 4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6.715"/>
    </inkml:context>
    <inkml:brush xml:id="br0">
      <inkml:brushProperty name="width" value="0.05" units="cm"/>
      <inkml:brushProperty name="height" value="0.05" units="cm"/>
    </inkml:brush>
  </inkml:definitions>
  <inkml:trace contextRef="#ctx0" brushRef="#br0">64 105 4008 0 0,'-9'3'38'0'0,"7"2"164"0"0,2-5-182 0 0,0 1-1 0 0,0-1 1 0 0,0 0-1 0 0,0 1 0 0 0,0-1 1 0 0,0 1-1 0 0,0-1 1 0 0,-1 0-1 0 0,1 1 1 0 0,0-1-1 0 0,0 0 1 0 0,0 1-1 0 0,0-1 1 0 0,0 0-1 0 0,-1 1 1 0 0,1-1-1 0 0,0 0 1 0 0,0 0-1 0 0,-1 1 0 0 0,1-1 1 0 0,0 0-1 0 0,0 0 1 0 0,-1 1-1 0 0,1-1 1 0 0,0 0-1 0 0,-1 0 1 0 0,0 1-1 0 0,-40 28 3218 0 0,36-29-3015 0 0,5 0-219 0 0,0 0 1 0 0,0 0-1 0 0,0-1 0 0 0,0 1 0 0 0,0 0 0 0 0,0 0 1 0 0,0 0-1 0 0,0 0 0 0 0,0-1 0 0 0,0 1 0 0 0,0 0 1 0 0,0 0-1 0 0,0 0 0 0 0,0-1 0 0 0,0 1 0 0 0,0 0 1 0 0,0 0-1 0 0,0 0 0 0 0,0 0 0 0 0,0-1 0 0 0,0 1 1 0 0,0 0-1 0 0,0 0 0 0 0,0 0 0 0 0,1 0 1 0 0,-1-1-1 0 0,0 1 0 0 0,0 0 0 0 0,0 0 0 0 0,0 0 1 0 0,0 0-1 0 0,1 0 0 0 0,-1 0 0 0 0,0 0 0 0 0,0-1 1 0 0,0 1-1 0 0,0 0 0 0 0,1 0 0 0 0,-1 0 0 0 0,0 0 1 0 0,0 0-1 0 0,0 0 0 0 0,0 0 0 0 0,1 0 1 0 0,-1 0-1 0 0,4-3-1 0 0,-1 0 1 0 0,1 0-1 0 0,0 1 1 0 0,0 0-1 0 0,0-1 1 0 0,0 1-1 0 0,6-2 1 0 0,16-11 42 0 0,-18 8-25 0 0,-4 3-6 0 0,0 1 1 0 0,0 0-1 0 0,1 0 0 0 0,-1 0 1 0 0,1 0-1 0 0,9-3 0 0 0,-5 0 9 0 0,-4 3 3 0 0,-1 0 1 0 0,1 1-1 0 0,0-1 1 0 0,0 1-1 0 0,0 0 1 0 0,10-2-1 0 0,45-15 277 0 0,-51 14-249 0 0,-4 3-4 0 0,-1 0 0 0 0,0 0 0 0 0,0 0 0 0 0,1 1 0 0 0,-1-1 0 0 0,1 1 0 0 0,7-1 0 0 0,49-10 850 0 0,-55 12-722 0 0,0 0 0 0 0,0 0 0 0 0,0 1 0 0 0,0 0 0 0 0,0 0 0 0 0,-1 1 0 0 0,1-1 0 0 0,10 6 0 0 0,-5-4-45 0 0,-9-2-87 0 0,0-1 1 0 0,0 1 0 0 0,0 0-1 0 0,0 0 1 0 0,0 0-1 0 0,0 0 1 0 0,0 0-1 0 0,0 0 1 0 0,-1 0-1 0 0,1 0 1 0 0,0 1-1 0 0,-1-1 1 0 0,1 1-1 0 0,-1-1 1 0 0,0 1-1 0 0,1 0 1 0 0,-1-1-1 0 0,0 1 1 0 0,0 0 0 0 0,1 3-1 0 0,0 0 44 0 0,0 0 1 0 0,-1 0-1 0 0,1 1 0 0 0,0 10 0 0 0,-1-10-55 0 0,0-4-16 0 0,-1 0 1 0 0,0 0 0 0 0,1 0 0 0 0,-1 0 0 0 0,0 0-1 0 0,0 0 1 0 0,0 0 0 0 0,0 0 0 0 0,-1 1 0 0 0,1-1 0 0 0,0 0-1 0 0,-2 2 1 0 0,1 2 27 0 0,-4 9 74 0 0,4-12-114 0 0,-11 26 134 0 0,-2 0 0 0 0,-24 38 1 0 0,-61 55 355 0 0,75-95-276 0 0,23-27-219 0 0,1 1 0 0 0,0-1-1 0 0,0 0 1 0 0,0 0 0 0 0,0 1-1 0 0,0-1 1 0 0,0 0 0 0 0,0 0-1 0 0,0 1 1 0 0,0-1 0 0 0,0 0-1 0 0,0 0 1 0 0,0 1 0 0 0,0-1-1 0 0,0 0 1 0 0,0 1 0 0 0,0-1-1 0 0,0 0 1 0 0,0 0 0 0 0,0 1-1 0 0,0-1 1 0 0,0 0 0 0 0,0 0-1 0 0,1 1 1 0 0,-1-1 0 0 0,0 0-1 0 0,0 0 1 0 0,0 0 0 0 0,0 1-1 0 0,1-1 1 0 0,-1 0 0 0 0,0 0-1 0 0,0 0 1 0 0,0 1 0 0 0,1-1-1 0 0,-1 0 1 0 0,0 0 0 0 0,1 0-1 0 0,0 1 2 0 0,0-1-1 0 0,-1 1 0 0 0,1-1 0 0 0,0 1 0 0 0,0-1 0 0 0,0 1 0 0 0,0-1 1 0 0,0 0-1 0 0,0 0 0 0 0,0 0 0 0 0,0 1 0 0 0,0-1 0 0 0,0 0 0 0 0,2 0 1 0 0,93-11 119 0 0,129 2 0 0 0,-213 9-76 0 0,1 1 1 0 0,0 1 0 0 0,-1 0 0 0 0,0 1 0 0 0,23 8 0 0 0,-32-10-34 0 0,0 0 0 0 0,0 1 0 0 0,-1-1 0 0 0,1 1 0 0 0,0 0 0 0 0,-1-1 1 0 0,1 2-1 0 0,-1-1 0 0 0,1 0 0 0 0,-1 0 0 0 0,0 1 0 0 0,2 2 1 0 0,-3-3-7 0 0,0 0 0 0 0,0 0 0 0 0,-1 0 0 0 0,1 0 0 0 0,0 0 1 0 0,-1 0-1 0 0,0 0 0 0 0,1 0 0 0 0,-1 0 0 0 0,0 0 0 0 0,0 1 1 0 0,0-1-1 0 0,0 0 0 0 0,-1 0 0 0 0,1 0 0 0 0,0 0 0 0 0,-1 0 1 0 0,0 0-1 0 0,1 0 0 0 0,-3 3 0 0 0,-3 7 13 0 0,0 0 0 0 0,-1-1 0 0 0,-1 1 0 0 0,0-1 0 0 0,-12 12 0 0 0,-1-1 13 0 0,-29 24 1 0 0,22-26-19 0 0,0-2 0 0 0,-2 0 1 0 0,1-2-1 0 0,-36 13 0 0 0,13-4 18 0 0,39-20-21 0 0,1 0-1 0 0,-1 0 0 0 0,0-1 1 0 0,0-1-1 0 0,-22 3 1 0 0,-65-2 97 0 0,90-4-92 0 0,8 0 13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54.604"/>
    </inkml:context>
    <inkml:brush xml:id="br0">
      <inkml:brushProperty name="width" value="0.05" units="cm"/>
      <inkml:brushProperty name="height" value="0.05" units="cm"/>
    </inkml:brush>
  </inkml:definitions>
  <inkml:trace contextRef="#ctx0" brushRef="#br0">170 0 9848 0 0,'-5'22'286'0'0,"-8"4"560"0"0,11-21-644 0 0,-69 195 1685 0 0,59-163-1652 0 0,-34 120 159 0 0,39-127-350 0 0,2 0-1 0 0,1 1 1 0 0,0 39 0 0 0,7 12 19 0 0,4 0 1 0 0,4-1-1 0 0,23 90 0 0 0,-29-151-44 0 0,1 1-1 0 0,2-1 1 0 0,0 0-1 0 0,0-1 0 0 0,2 0 1 0 0,0 0-1 0 0,2-1 1 0 0,0 0-1 0 0,1-1 1 0 0,0-1-1 0 0,1 0 0 0 0,1 0 1 0 0,1-2-1 0 0,0 0 1 0 0,1-1-1 0 0,26 16 1 0 0,-5-11 45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7.381"/>
    </inkml:context>
    <inkml:brush xml:id="br0">
      <inkml:brushProperty name="width" value="0.05" units="cm"/>
      <inkml:brushProperty name="height" value="0.05" units="cm"/>
    </inkml:brush>
  </inkml:definitions>
  <inkml:trace contextRef="#ctx0" brushRef="#br0">0 1 96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7.756"/>
    </inkml:context>
    <inkml:brush xml:id="br0">
      <inkml:brushProperty name="width" value="0.05" units="cm"/>
      <inkml:brushProperty name="height" value="0.05" units="cm"/>
    </inkml:brush>
  </inkml:definitions>
  <inkml:trace contextRef="#ctx0" brushRef="#br0">461 73 96 0 0,'1'-7'899'0'0,"6"1"-577"0"0,2-1 961 0 0,33-46 2218 0 0,-53 74-2882 0 0,10-19-594 0 0,1 1 0 0 0,-1-1 0 0 0,0 0 0 0 0,0 1 1 0 0,-1-1-1 0 0,1 0 0 0 0,0 0 0 0 0,-1 0 0 0 0,1 0 1 0 0,-1 0-1 0 0,0 0 0 0 0,0 0 0 0 0,0 0 0 0 0,0-1 0 0 0,0 1 1 0 0,-3 1-1 0 0,4-2 539 0 0,-1-2-463 0 0,1 1 1 0 0,-1-1-1 0 0,1 1 1 0 0,-1-1 0 0 0,1 1-1 0 0,-1-1 1 0 0,1 0-1 0 0,0 0 1 0 0,0 0-1 0 0,-1 1 1 0 0,1-1 0 0 0,-2-2-1 0 0,1 1 60 0 0,1 1-76 0 0,0-1 0 0 0,1 1 0 0 0,-1-1-1 0 0,0 1 1 0 0,1-1 0 0 0,-1 0 0 0 0,1 0 0 0 0,-1 1 0 0 0,1-4-1 0 0,0 7 639 0 0,0-2-681 0 0,-1 46 49 0 0,-2 0-1 0 0,-1-1 0 0 0,-16 66 1 0 0,15-93-60 0 0,-1-1 1 0 0,-1 0-1 0 0,-1 0 1 0 0,-17 29 0 0 0,-50 59 158 0 0,33-48-58 0 0,4-5 356 0 0,-2-3 0 0 0,-69 66 0 0 0,103-110-258 0 0,-1 0 1 0 0,0 0 0 0 0,0-1 0 0 0,0 0 0 0 0,0-1 0 0 0,-9 4 0 0 0,7-4-126 0 0,7-2-18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38.170"/>
    </inkml:context>
    <inkml:brush xml:id="br0">
      <inkml:brushProperty name="width" value="0.05" units="cm"/>
      <inkml:brushProperty name="height" value="0.05" units="cm"/>
    </inkml:brush>
  </inkml:definitions>
  <inkml:trace contextRef="#ctx0" brushRef="#br0">1 0 12056 0 0,'0'0'742'0'0,"4"1"-284"0"0,-3-1-445 0 0,0 0 0 0 0,0 1 0 0 0,1-1 0 0 0,-1 0 0 0 0,0 1 0 0 0,0 0 0 0 0,0-1 0 0 0,0 1 1 0 0,0-1-1 0 0,0 1 0 0 0,0 0 0 0 0,0 0 0 0 0,0 0 0 0 0,0 0 0 0 0,0 0 0 0 0,0 0 1 0 0,-1 0-1 0 0,1 0 0 0 0,0 0 0 0 0,-1 0 0 0 0,1 0 0 0 0,0 2 0 0 0,5 6 8 0 0,17 27 43 0 0,-13-17-50 0 0,-1 2-1 0 0,0-1 0 0 0,5 26 1 0 0,19 82 19 0 0,-19-78 2 0 0,2-1 0 0 0,30 62-1 0 0,5 16 133 0 0,-34-82-7 0 0,2-1 0 0 0,32 55 0 0 0,-42-84-88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44.568"/>
    </inkml:context>
    <inkml:brush xml:id="br0">
      <inkml:brushProperty name="width" value="0.05" units="cm"/>
      <inkml:brushProperty name="height" value="0.05" units="cm"/>
    </inkml:brush>
  </inkml:definitions>
  <inkml:trace contextRef="#ctx0" brushRef="#br0">151 30 5824 0 0,'0'7'556'0'0,"-1"-17"756"0"0,-2-10 775 0 0,2 14-1336 0 0,-1 7-439 0 0,-69 250 494 0 0,61-208-687 0 0,-20 100 312 0 0,29-129-370 0 0,0 0 0 0 0,-1-1 0 0 0,-1 0 0 0 0,0 0 0 0 0,-1 0 0 0 0,-11 24 0 0 0,12-24 147 0 0,3-13-186 0 0,0 0 0 0 0,0 0 0 0 0,0 0 0 0 0,0 1 0 0 0,0-1 0 0 0,0 0 0 0 0,0 0 0 0 0,0 0 0 0 0,0 0 0 0 0,0 0 0 0 0,0 0-1 0 0,0 1 1 0 0,0-1 0 0 0,0 0 0 0 0,0 0 0 0 0,0 0 0 0 0,0 0 0 0 0,0 0 0 0 0,0 0 0 0 0,0 1 0 0 0,0-1 0 0 0,0 0 0 0 0,0 0 0 0 0,0 0 0 0 0,0 0 0 0 0,0 0 0 0 0,0 0 0 0 0,0 1 0 0 0,0-1 0 0 0,0 0 0 0 0,0 0 0 0 0,0 0 0 0 0,0 0 0 0 0,1 0 0 0 0,-1 0 0 0 0,0 0 0 0 0,0 0 0 0 0,0 0 0 0 0,0 0 0 0 0,0 1 0 0 0,0-1 0 0 0,0 0 0 0 0,0 0-1 0 0,1 0 1 0 0,-1 0 0 0 0,0 0 0 0 0,0 0 0 0 0,0 0 0 0 0,0 0 0 0 0,0 0 0 0 0,1 0 0 0 0,-1 0 0 0 0,0 0 0 0 0,0 0 0 0 0,0 0 0 0 0,0 0 0 0 0,0 0 0 0 0,0 0 0 0 0,1 0 0 0 0,-1 0 0 0 0,0 0 0 0 0,0-1 0 0 0,59-51 639 0 0,-45 40-561 0 0,0 1 0 0 0,0 0-1 0 0,1 1 1 0 0,1 0 0 0 0,0 1-1 0 0,0 1 1 0 0,0 1 0 0 0,1 0-1 0 0,0 1 1 0 0,1 1 0 0 0,32-6-1 0 0,-31 9 182 0 0,1 1 1 0 0,31 2-1 0 0,-13 1-73 0 0,-35-1-183 0 0,2 7-3 0 0,3-3-10 0 0,-2-4 0 0 0,2-1-10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44.950"/>
    </inkml:context>
    <inkml:brush xml:id="br0">
      <inkml:brushProperty name="width" value="0.05" units="cm"/>
      <inkml:brushProperty name="height" value="0.05" units="cm"/>
    </inkml:brush>
  </inkml:definitions>
  <inkml:trace contextRef="#ctx0" brushRef="#br0">224 0 11256 0 0,'-1'2'29'0'0,"5"4"52"0"0,3 5 131 0 0,-8-7-78 0 0,1 0 0 0 0,-1 0 0 0 0,0 0-1 0 0,-1 0 1 0 0,1 0 0 0 0,-1 0 0 0 0,-2 4 0 0 0,-12 38 569 0 0,-24 180-325 0 0,27-134-182 0 0,-34 128-1 0 0,25-143-62 0 0,-17 53 179 0 0,30-101-135 0 0,-6 33-1 0 0,1-3 406 0 0,7-46-162 0 0,7-12-317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45.584"/>
    </inkml:context>
    <inkml:brush xml:id="br0">
      <inkml:brushProperty name="width" value="0.05" units="cm"/>
      <inkml:brushProperty name="height" value="0.05" units="cm"/>
    </inkml:brush>
  </inkml:definitions>
  <inkml:trace contextRef="#ctx0" brushRef="#br0">170 1 10952 0 0,'-6'9'229'0'0,"6"-9"-192"0"0,0 0 0 0 0,0 1 1 0 0,0-1-1 0 0,0 1 0 0 0,0-1 1 0 0,0 1-1 0 0,0-1 0 0 0,0 0 0 0 0,0 1 1 0 0,0-1-1 0 0,0 1 0 0 0,0-1 1 0 0,0 0-1 0 0,0 1 0 0 0,0-1 0 0 0,0 1 1 0 0,1-1-1 0 0,-1 0 0 0 0,0 1 1 0 0,0-1-1 0 0,0 1 0 0 0,1-1 0 0 0,-1 1 1 0 0,18 9 1278 0 0,-14-8-1245 0 0,-1-1 1 0 0,1 1 0 0 0,-1 0-1 0 0,0 0 1 0 0,0 0 0 0 0,0 1-1 0 0,0-1 1 0 0,-1 1 0 0 0,1 0-1 0 0,0-1 1 0 0,2 6 0 0 0,2 3-35 0 0,7 18-22 0 0,-13-27-19 0 0,-1-1 0 0 0,1 1 0 0 0,-1 0 0 0 0,1 0 0 0 0,-1-1 1 0 0,0 1-1 0 0,0 0 0 0 0,0 0 0 0 0,0-1 0 0 0,0 1 0 0 0,0 0 1 0 0,-1 0-1 0 0,1-1 0 0 0,0 1 0 0 0,-1 0 0 0 0,1-1 0 0 0,-2 3 1 0 0,-20 28-88 0 0,-6 7-13 0 0,10-4 39 0 0,-17 50 0 0 0,2-1 15 0 0,17-48 8 0 0,-21 77 0 0 0,29-83 63 0 0,-1 0 1 0 0,-17 35 0 0 0,20-57-15 0 0,2-1 552 0 0,11-15 4 0 0,19-23-222 0 0,-11 13-115 0 0,19-19 1 0 0,-28 32-187 0 0,-1 0 0 0 0,1 1 0 0 0,0-1 0 0 0,1 1 0 0 0,-1 1 0 0 0,0-1 0 0 0,1 1 0 0 0,8-3 0 0 0,2 1 54 0 0,0 0 0 0 0,25-2 1 0 0,-35 6-66 0 0,0 0-1 0 0,1 1 1 0 0,-1 0 0 0 0,0 0 0 0 0,0 1 0 0 0,0 0 0 0 0,0 0-1 0 0,13 4 1 0 0,-13-3-18 0 0,0 0 1 0 0,1 0-1 0 0,-1-1 0 0 0,1 0 1 0 0,8 0-1 0 0,-8-1-3 0 0,0 0 1 0 0,0 1-1 0 0,0 1 0 0 0,12 2 0 0 0,24 11-46 0 0,-41-14 20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45.965"/>
    </inkml:context>
    <inkml:brush xml:id="br0">
      <inkml:brushProperty name="width" value="0.05" units="cm"/>
      <inkml:brushProperty name="height" value="0.05" units="cm"/>
    </inkml:brush>
  </inkml:definitions>
  <inkml:trace contextRef="#ctx0" brushRef="#br0">67 1 10344 0 0,'-1'10'76'0'0,"1"-8"-22"0"0,-1 1-1 0 0,1 0 0 0 0,0-1 0 0 0,0 1 1 0 0,0-1-1 0 0,0 1 0 0 0,0 0 1 0 0,1-1-1 0 0,-1 1 0 0 0,1-1 0 0 0,0 1 1 0 0,0-1-1 0 0,1 5 0 0 0,0-4-29 0 0,0 0 0 0 0,0 1 0 0 0,0-1 0 0 0,-1 1 0 0 0,1-1 0 0 0,-1 1 0 0 0,0 0 0 0 0,0 0 0 0 0,-1-1 0 0 0,1 8 0 0 0,2 35 69 0 0,-7 81 0 0 0,1-84-17 0 0,4 70 0 0 0,2-80-17 0 0,-1 1 1 0 0,-1 0-1 0 0,-2 0 1 0 0,-8 54-1 0 0,-9 44 186 0 0,15-95-108 0 0,-2 0-1 0 0,-1 0 1 0 0,-2-1-1 0 0,-21 61 1 0 0,28-94-115 0 0,-1-1 9 0 0,1 1 1 0 0,0-1-1 0 0,0 1 0 0 0,0 0 1 0 0,0-1-1 0 0,1 1 1 0 0,-1 0-1 0 0,1 0 0 0 0,-1-1 1 0 0,1 1-1 0 0,0 0 1 0 0,0 0-1 0 0,1 3 0 0 0,-1-5 83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53.810"/>
    </inkml:context>
    <inkml:brush xml:id="br0">
      <inkml:brushProperty name="width" value="0.05" units="cm"/>
      <inkml:brushProperty name="height" value="0.05" units="cm"/>
    </inkml:brush>
  </inkml:definitions>
  <inkml:trace contextRef="#ctx0" brushRef="#br0">319 1 9144 0 0,'-3'0'12'0'0,"3"0"19"0"0,0 1 0 0 0,-1 0 0 0 0,1-1 0 0 0,0 1-1 0 0,-1 0 1 0 0,1-1 0 0 0,0 1 0 0 0,0-1 0 0 0,0 1 0 0 0,0 0 0 0 0,0-1 0 0 0,0 1 0 0 0,0 0 0 0 0,0-1 0 0 0,0 1 0 0 0,0 0 0 0 0,0-1 0 0 0,0 1 0 0 0,0 0 0 0 0,0-1 0 0 0,0 1 0 0 0,1 0 0 0 0,-1-1-1 0 0,0 1 1 0 0,1-1 0 0 0,-1 1 0 0 0,0 0 0 0 0,1-1 0 0 0,-1 1 0 0 0,1-1 0 0 0,-1 1 0 0 0,1 0 0 0 0,37 47 202 0 0,-24-24-166 0 0,-1 1-1 0 0,19 47 0 0 0,-6-10 3 0 0,-6-19-14 0 0,20 62 0 0 0,-34-87-42 0 0,-2 0 0 0 0,0 1 0 0 0,-1 0 0 0 0,0 0 1 0 0,-2 0-1 0 0,-1 26 0 0 0,-4-1 35 0 0,-3 0 0 0 0,-1-1-1 0 0,-18 54 1 0 0,-52 121 258 0 0,52-150-195 0 0,0-5 57 0 0,-2-1 1 0 0,-3-2-1 0 0,-3-1 1 0 0,-64 88-1 0 0,61-97-23 0 0,15-19 21 0 0,-35 40-1 0 0,16-34-11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55.540"/>
    </inkml:context>
    <inkml:brush xml:id="br0">
      <inkml:brushProperty name="width" value="0.05" units="cm"/>
      <inkml:brushProperty name="height" value="0.05" units="cm"/>
    </inkml:brush>
  </inkml:definitions>
  <inkml:trace contextRef="#ctx0" brushRef="#br0">8 91 4216 0 0,'-5'8'2054'0'0,"5"-8"-1999"0"0,0 0 0 0 0,-1 1 0 0 0,1-1 0 0 0,0 0 0 0 0,0 0 0 0 0,0 0 0 0 0,0 0 0 0 0,0 0 0 0 0,-1 0 0 0 0,1 1-1 0 0,0-1 1 0 0,0 0 0 0 0,0 0 0 0 0,0 0 0 0 0,0 0 0 0 0,0 1 0 0 0,0-1 0 0 0,0 0 0 0 0,-1 0 0 0 0,1 0 0 0 0,0 1 0 0 0,0-1 0 0 0,0 0 0 0 0,0 0 0 0 0,0 0 0 0 0,0 1-1 0 0,0-1 1 0 0,0 0 0 0 0,0 0 0 0 0,0 0 0 0 0,0 1 0 0 0,0-1 0 0 0,1 0 0 0 0,-1 0 0 0 0,0 0 0 0 0,0 0 0 0 0,0 1 0 0 0,0-1 0 0 0,0 0 0 0 0,0 0 0 0 0,0 0 0 0 0,0 0 0 0 0,1 1-1 0 0,-1-1 1 0 0,50-8 81 0 0,51-4 147 0 0,42-12 588 0 0,-136 22-756 0 0,1 0 0 0 0,-1 0 0 0 0,13-7 0 0 0,20-6 242 0 0,2 0-98 0 0,-10 3-193 0 0,-12 7-40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55.969"/>
    </inkml:context>
    <inkml:brush xml:id="br0">
      <inkml:brushProperty name="width" value="0.05" units="cm"/>
      <inkml:brushProperty name="height" value="0.05" units="cm"/>
    </inkml:brush>
  </inkml:definitions>
  <inkml:trace contextRef="#ctx0" brushRef="#br0">38 0 7432 0 0,'-1'1'144'0'0,"-1"0"1"0"0,1 1 0 0 0,0-1-1 0 0,0 0 1 0 0,0 0 0 0 0,0 1-1 0 0,0-1 1 0 0,0 0 0 0 0,1 1-1 0 0,-1-1 1 0 0,0 1 0 0 0,1-1-1 0 0,-1 3 1 0 0,1 4 9 0 0,0 1-1 0 0,1-1 0 0 0,4 15 1 0 0,-3-15-121 0 0,-1 0 0 0 0,0 0-1 0 0,1 14 1 0 0,-4 3 96 0 0,-1-1 0 0 0,-10 48-1 0 0,7-47 21 0 0,1 1-1 0 0,-3 50 0 0 0,9-52 26 0 0,0 0 0 0 0,2-1 0 0 0,7 33 0 0 0,3 20 525 0 0,-10-52-340 0 0,1 1 0 0 0,12 37 0 0 0,-1 2 368 0 0,-11-54-567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7:56.825"/>
    </inkml:context>
    <inkml:brush xml:id="br0">
      <inkml:brushProperty name="width" value="0.05" units="cm"/>
      <inkml:brushProperty name="height" value="0.05" units="cm"/>
    </inkml:brush>
  </inkml:definitions>
  <inkml:trace contextRef="#ctx0" brushRef="#br0">1 119 192 0 0,'1'13'8362'0'0,"-2"-9"-5405"0"0,1-14-2938 0 0,0 9-15 0 0,0 1 0 0 0,0 0-1 0 0,0-1 1 0 0,0 1 0 0 0,0-1-1 0 0,0 1 1 0 0,0 0 0 0 0,1-1-1 0 0,-1 1 1 0 0,0 0 0 0 0,0-1 0 0 0,0 1-1 0 0,1 0 1 0 0,-1 0 0 0 0,0-1-1 0 0,0 1 1 0 0,1 0 0 0 0,-1 0-1 0 0,0-1 1 0 0,0 1 0 0 0,1 0-1 0 0,-1 0 1 0 0,0 0 0 0 0,1-1-1 0 0,-1 1 1 0 0,1 0 0 0 0,10-9 78 0 0,8-13-36 0 0,3-9-36 0 0,-3 6-12 0 0,-17 23-1 0 0,0 0 0 0 0,0 1 0 0 0,1-1 1 0 0,-1 0-1 0 0,0 1 0 0 0,1-1 0 0 0,-1 1 0 0 0,1 0 0 0 0,0 0 0 0 0,-1 0 0 0 0,1 0 0 0 0,4-1 0 0 0,-5 1 1 0 0,2-1-6 0 0,1 1 0 0 0,-1-1 0 0 0,1 0-1 0 0,-1 1 1 0 0,1 0 0 0 0,0 0 0 0 0,0 1-1 0 0,-1-1 1 0 0,1 1 0 0 0,7 0 0 0 0,-6 0-14 0 0,4 2 4 0 0,4 7 14 0 0,33 24 26 0 0,-45-32-21 0 0,-1 0 1 0 0,1 0-1 0 0,0 0 0 0 0,-1 0 0 0 0,1 0 0 0 0,-1 1 0 0 0,1-1 0 0 0,-1 0 0 0 0,0 1 0 0 0,0-1 1 0 0,0 1-1 0 0,1-1 0 0 0,-1 1 0 0 0,0 2 0 0 0,2 1 5 0 0,1 0 50 0 0,0 1 1 0 0,0 0-1 0 0,0 0 0 0 0,-1 0 0 0 0,0 0 1 0 0,-1 1-1 0 0,3 8 0 0 0,5 10 401 0 0,-9-22-371 0 0,0 0 0 0 0,0 0 1 0 0,0 1-1 0 0,0-1 1 0 0,-1 1-1 0 0,1-1 0 0 0,-1 1 1 0 0,0-1-1 0 0,0 1 0 0 0,0-1 1 0 0,-1 1-1 0 0,1-1 1 0 0,-2 4-1 0 0,-12 37 295 0 0,11-37-373 0 0,1-2 12 0 0,1-1 0 0 0,-1 1-1 0 0,0-1 1 0 0,0 0 0 0 0,-1 0-1 0 0,1 0 1 0 0,-4 4 0 0 0,-3 4 12 0 0,-36 53 143 0 0,33-50-56 0 0,1 0 0 0 0,1 0-1 0 0,-12 24 1 0 0,22-38-111 0 0,-1 1 1 0 0,1-1-1 0 0,0 1 0 0 0,-1 0 0 0 0,1-1 1 0 0,0 1-1 0 0,0-1 0 0 0,0 1 0 0 0,0 0 1 0 0,1-1-1 0 0,-1 1 0 0 0,0-1 0 0 0,1 1 1 0 0,-1-1-1 0 0,1 1 0 0 0,-1-1 0 0 0,1 1 1 0 0,0-1-1 0 0,-1 1 0 0 0,1-1 0 0 0,0 0 1 0 0,0 1-1 0 0,0-1 0 0 0,0 0 0 0 0,0 0 1 0 0,1 0-1 0 0,-1 0 0 0 0,0 0 0 0 0,0 0 1 0 0,1 0-1 0 0,-1 0 0 0 0,3 1 0 0 0,1 1 2 0 0,0 0-1 0 0,1 0 0 0 0,0-1 1 0 0,0 1-1 0 0,0-1 0 0 0,10 2 1 0 0,-1-2 6 0 0,0-1 0 0 0,0-1 0 0 0,1 0 0 0 0,-1 0 0 0 0,0-2 0 0 0,1 0 0 0 0,-1-1 0 0 0,0 0 0 0 0,-1-1 0 0 0,1-1 0 0 0,-1 0 0 0 0,0-1 0 0 0,21-12 0 0 0,-3 0 16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2.719"/>
    </inkml:context>
    <inkml:brush xml:id="br0">
      <inkml:brushProperty name="width" value="0.05" units="cm"/>
      <inkml:brushProperty name="height" value="0.05" units="cm"/>
    </inkml:brush>
  </inkml:definitions>
  <inkml:trace contextRef="#ctx0" brushRef="#br0">11 135 8032 0 0,'-3'0'13'0'0,"2"1"68"0"0,0 0 0 0 0,1 0 0 0 0,-1 0-1 0 0,0 0 1 0 0,1 0 0 0 0,-1 0 0 0 0,1 0 0 0 0,-1 1 0 0 0,1-1-1 0 0,0 0 1 0 0,-1 0 0 0 0,1 0 0 0 0,0 1 0 0 0,0-1 0 0 0,0 0-1 0 0,0 1 1 0 0,0-1 0 0 0,0 0 0 0 0,0 0 0 0 0,1 1 0 0 0,-1-1-1 0 0,0 0 1 0 0,1 2 0 0 0,4 5-67 0 0,-1 1-1 0 0,0 0 1 0 0,0 0 0 0 0,-1 0 0 0 0,0 0-1 0 0,-1 0 1 0 0,0 1 0 0 0,2 13 0 0 0,1 6 6 0 0,0-9-2 0 0,1 6 55 0 0,5 47 0 0 0,-10-66-42 0 0,-1 1 0 0 0,0-1 1 0 0,0 0-1 0 0,-1 1 0 0 0,0-1 1 0 0,0 0-1 0 0,-1 0 1 0 0,0 0-1 0 0,0 0 0 0 0,-1 0 1 0 0,-4 9-1 0 0,-13 36 590 0 0,19-48 127 0 0,5-9-603 0 0,6-14-146 0 0,80-212 437 0 0,-2 7-229 0 0,-53 157-130 0 0,-35 67-75 0 0,0-1-1 0 0,0 1 0 0 0,0-1 0 0 0,0 1 1 0 0,0-1-1 0 0,0 1 0 0 0,0-1 1 0 0,0 1-1 0 0,0-1 0 0 0,1 1 0 0 0,-1-1 1 0 0,0 1-1 0 0,0 0 0 0 0,1-1 1 0 0,-1 1-1 0 0,0-1 0 0 0,0 1 0 0 0,1 0 1 0 0,-1-1-1 0 0,1 1 0 0 0,-1-1 1 0 0,0 1-1 0 0,1 0 0 0 0,-1 0 0 0 0,1-1 1 0 0,-1 1-1 0 0,1 0 0 0 0,-1 0 1 0 0,0 0-1 0 0,1-1 0 0 0,-1 1 1 0 0,1 0-1 0 0,-1 0 0 0 0,1 0 0 0 0,-1 0 1 0 0,1 0-1 0 0,-1 0 0 0 0,1 0 1 0 0,-1 0-1 0 0,1 0 0 0 0,-1 0 0 0 0,1 0 1 0 0,-1 0-1 0 0,1 0 0 0 0,-1 1 1 0 0,1-1-1 0 0,-1 0 0 0 0,1 0 0 0 0,-1 1 1 0 0,1-1-1 0 0,-1 0 0 0 0,0 0 1 0 0,1 1-1 0 0,-1-1 0 0 0,1 0 0 0 0,-1 1 1 0 0,0-1-1 0 0,1 1 0 0 0,-1-1 1 0 0,0 0-1 0 0,0 1 0 0 0,1-1 0 0 0,-1 1 1 0 0,2 2 2 0 0,0 0 0 0 0,-1-1 0 0 0,1 1 0 0 0,-1 0 1 0 0,1 0-1 0 0,-1 0 0 0 0,0 0 0 0 0,1 5 0 0 0,-1 26 27 0 0,-1 0 0 0 0,-1 0 1 0 0,-2 0-1 0 0,-2 0 0 0 0,-9 37 0 0 0,12-63-4 0 0,-1 7 124 0 0,0-1 0 0 0,0 1 0 0 0,1 22 0 0 0,32-68 137 0 0,31-60-86 0 0,-49 71-161 0 0,1 1 0 0 0,0-1 0 0 0,1 2 0 0 0,1 0 1 0 0,34-31-1 0 0,-48 48-23 0 0,1 0 1 0 0,-1 0-1 0 0,1-1 0 0 0,-1 1 1 0 0,1 1-1 0 0,0-1 0 0 0,-1 0 1 0 0,1 0-1 0 0,0 1 0 0 0,0-1 1 0 0,0 1-1 0 0,-1-1 0 0 0,1 1 1 0 0,0 0-1 0 0,0 0 1 0 0,3 0-1 0 0,-5 22 93 0 0,-47 197 90 0 0,45-211-152 0 0,0 1-1 0 0,1-1 1 0 0,0 1 0 0 0,0 0-1 0 0,1-1 1 0 0,0 1 0 0 0,2 15-1 0 0,0-24-30 0 0,-1 1-1 0 0,1 0 0 0 0,-1-1 1 0 0,1 0-1 0 0,-1 1 1 0 0,1-1-1 0 0,0 0 0 0 0,-1 0 1 0 0,1 0-1 0 0,0 0 1 0 0,-1 0-1 0 0,1 0 0 0 0,-1-1 1 0 0,1 1-1 0 0,0 0 1 0 0,-1-1-1 0 0,3 0 1 0 0,20-8 52 0 0,-6 4-9 0 0,0-2 0 0 0,0 0 0 0 0,31-18 0 0 0,-33 14-41 0 0,0 1-2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3.385"/>
    </inkml:context>
    <inkml:brush xml:id="br0">
      <inkml:brushProperty name="width" value="0.05" units="cm"/>
      <inkml:brushProperty name="height" value="0.05" units="cm"/>
    </inkml:brush>
  </inkml:definitions>
  <inkml:trace contextRef="#ctx0" brushRef="#br0">251 0 7632 0 0,'0'3'15'0'0,"0"0"0"0"0,-1 0 0 0 0,1-1 0 0 0,0 1 0 0 0,-1 0 0 0 0,0-1 0 0 0,1 1 1 0 0,-3 4-1 0 0,1-4 42 0 0,0 0 0 0 0,0 0 0 0 0,-1 0 0 0 0,1 0 0 0 0,-1-1 0 0 0,1 1 0 0 0,-5 3 0 0 0,4-3-19 0 0,-1-1 0 0 0,1 1 0 0 0,0 0 0 0 0,0 1 0 0 0,1-1 0 0 0,-5 7 0 0 0,4-3-49 0 0,2-3 6 0 0,0-1 0 0 0,-1 0 1 0 0,0 0-1 0 0,1 0 0 0 0,-1 0 0 0 0,0-1 1 0 0,-4 6-1 0 0,-21 28-11 0 0,-73 127 36 0 0,93-152 34 0 0,0 1 0 0 0,1 0 0 0 0,1 1 0 0 0,0-1 0 0 0,0 1-1 0 0,2 0 1 0 0,-1 1 0 0 0,2-1 0 0 0,0 0 0 0 0,0 1 0 0 0,1 16 0 0 0,1-28-27 0 0,0-1 0 0 0,0 0 0 0 0,1 1 0 0 0,-1-1-1 0 0,0 0 1 0 0,1 1 0 0 0,-1-1 0 0 0,1 0 0 0 0,-1 0 0 0 0,1 0 0 0 0,0 0 0 0 0,-1 1 0 0 0,1-1 0 0 0,0 0 0 0 0,0 0 0 0 0,0 0 0 0 0,0 0 0 0 0,0-1 0 0 0,0 1 0 0 0,0 0 0 0 0,0 0 0 0 0,0 0 0 0 0,0-1 0 0 0,0 1 0 0 0,1-1 0 0 0,1 2-1 0 0,0-2 27 0 0,0 1 0 0 0,-1 0 0 0 0,1 0-1 0 0,0-1 1 0 0,0 1 0 0 0,0-1 0 0 0,0 0-1 0 0,-1 0 1 0 0,1 0 0 0 0,6-1 0 0 0,0-2-8 0 0,0-1 0 0 0,0 0 0 0 0,0 0 0 0 0,0-1 0 0 0,0 0 0 0 0,-1 0 0 0 0,0-1 0 0 0,0 0 0 0 0,-1 0 0 0 0,0-1 0 0 0,10-11 0 0 0,3-6 51 0 0,-1-1-1 0 0,20-34 0 0 0,38-80 239 0 0,-72 132-288 0 0,-1-1 0 0 0,0 1 1 0 0,-1-1-1 0 0,0 0 1 0 0,0 0-1 0 0,0 0 1 0 0,-1-1-1 0 0,0 1 0 0 0,-1-1 1 0 0,1-14-1 0 0,-2 22-34 0 0,0 1 0 0 0,0-1-1 0 0,-1 1 1 0 0,1-1 0 0 0,0 0-1 0 0,0 1 1 0 0,-1-1 0 0 0,1 1-1 0 0,0-1 1 0 0,-1 0 0 0 0,1 1-1 0 0,-1-1 1 0 0,1 1 0 0 0,0 0-1 0 0,-1-1 1 0 0,1 1 0 0 0,-1-1 0 0 0,1 1-1 0 0,-1 0 1 0 0,0-1 0 0 0,1 1-1 0 0,-1 0 1 0 0,1-1 0 0 0,-1 1-1 0 0,0 0 1 0 0,1 0 0 0 0,-1 0-1 0 0,1-1 1 0 0,-1 1 0 0 0,0 0-1 0 0,1 0 1 0 0,-2 0 0 0 0,-25 0 168 0 0,20 1-160 0 0,-205-1 1658 0 0,210 0-1653 0 0,-1 0 0 0 0,1 1-1 0 0,0-1 1 0 0,-1 1-1 0 0,1 0 1 0 0,0 0 0 0 0,0-1-1 0 0,-1 1 1 0 0,1 1 0 0 0,0-1-1 0 0,0 0 1 0 0,0 0-1 0 0,0 1 1 0 0,0-1 0 0 0,1 1-1 0 0,-4 3 1 0 0,1-1-4 0 0,-10 6 69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4.115"/>
    </inkml:context>
    <inkml:brush xml:id="br0">
      <inkml:brushProperty name="width" value="0.05" units="cm"/>
      <inkml:brushProperty name="height" value="0.05" units="cm"/>
    </inkml:brush>
  </inkml:definitions>
  <inkml:trace contextRef="#ctx0" brushRef="#br0">225 395 11352 0 0,'-5'1'7'0'0,"1"2"-8"0"0,1 0-6 0 0,2 1 3 0 0,-5 7 121 0 0,-13 9 188 0 0,-18 28-1 0 0,34-44-289 0 0,-12 15 183 0 0,13-17-184 0 0,1 0 1 0 0,0 0-1 0 0,-1 0 0 0 0,1 0 0 0 0,0 0 0 0 0,0 0 0 0 0,0 0 0 0 0,1 0 0 0 0,-2 4 0 0 0,-1 1 63 0 0,-12 31 164 0 0,1-6-174 0 0,2 0-1 0 0,0 1 1 0 0,2 1 0 0 0,-8 52-1 0 0,16-71-48 0 0,-1 0 0 0 0,-8 23 0 0 0,6-25-8 0 0,2-1 0 0 0,-1 1 0 0 0,2 0 0 0 0,0-1 0 0 0,-1 21 0 0 0,4-27-2 0 0,1-4-6 0 0,-1 0 1 0 0,0 1 0 0 0,1-1 0 0 0,0 0 0 0 0,-1 0 0 0 0,1 0-1 0 0,0 0 1 0 0,0 0 0 0 0,0-1 0 0 0,0 1 0 0 0,0-1 0 0 0,1 1-1 0 0,-1-1 1 0 0,3 2 0 0 0,-3-3-2 0 0,-1 0 1 0 0,0 1-1 0 0,1-1 1 0 0,-1 0-1 0 0,1 0 0 0 0,-1 0 1 0 0,0 0-1 0 0,1 0 0 0 0,-1 0 1 0 0,0-1-1 0 0,1 1 0 0 0,-1 0 1 0 0,0-1-1 0 0,3 0 0 0 0,10-6 2 0 0,0-1-1 0 0,-1 0 1 0 0,0-1-1 0 0,0 0 0 0 0,-1-1 1 0 0,0 0-1 0 0,0-1 1 0 0,-1-1-1 0 0,9-12 1 0 0,3-6 22 0 0,-1-1 0 0 0,28-56 0 0 0,81-222 319 0 0,-122 278-246 0 0,-1-1-1 0 0,5-37 1 0 0,2-8 64 0 0,-5 32 27 0 0,4-47-1 0 0,-16 47 37 0 0,-1 11 104 0 0,3 33-121 0 0,0 10-46 0 0,-1 20 37 0 0,-6 32 1 0 0,3-32-66 0 0,-1 35 0 0 0,4-15 74 0 0,-2 0 0 0 0,-3 0 1 0 0,-12 51-1 0 0,13-66-85 0 0,1 0 0 0 0,2 0-1 0 0,3 54 1 0 0,0-29 1 0 0,-1 67 240 0 0,0-73-168 0 0,1-48-178 0 0,7 2-14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4.814"/>
    </inkml:context>
    <inkml:brush xml:id="br0">
      <inkml:brushProperty name="width" value="0.05" units="cm"/>
      <inkml:brushProperty name="height" value="0.05" units="cm"/>
    </inkml:brush>
  </inkml:definitions>
  <inkml:trace contextRef="#ctx0" brushRef="#br0">50 64 11256 0 0,'3'0'60'0'0,"1"0"168"0"0,-15 0 60 0 0,-29 0-491 0 0,40 0 200 0 0,-1 1 1 0 0,1-1-1 0 0,0 0 0 0 0,-1 0 1 0 0,1 0-1 0 0,0 1 0 0 0,-1-1 1 0 0,1 0-1 0 0,0 0 0 0 0,0 1 1 0 0,-1-1-1 0 0,1 0 0 0 0,0 0 1 0 0,0 1-1 0 0,-1-1 0 0 0,1 0 1 0 0,0 1-1 0 0,0-1 0 0 0,0 0 1 0 0,0 1-1 0 0,0-1 0 0 0,-1 1 1 0 0,1-1-1 0 0,0 0 0 0 0,0 1 1 0 0,0-1-1 0 0,0 0 0 0 0,0 1 1 0 0,0-1-1 0 0,0 1 0 0 0,0-1 1 0 0,0 0-1 0 0,0 1 0 0 0,1-1 1 0 0,-1 0-1 0 0,0 1 0 0 0,0-1 1 0 0,0 0-1 0 0,0 1 0 0 0,1-1 1 0 0,-1 0-1 0 0,0 1 0 0 0,0-1 1 0 0,0 0-1 0 0,1 1 0 0 0,-1-1 1 0 0,0 0-1 0 0,1 0 0 0 0,-1 1 1 0 0,0-1-1 0 0,0 0 0 0 0,1 0 1 0 0,-1 0-1 0 0,0 1 0 0 0,1-1 1 0 0,-1 0-1 0 0,1 0 0 0 0,-1 0 1 0 0,0 0-1 0 0,1 0 0 0 0,0 0 1 0 0,24 0-22 0 0,58 0 16 0 0,-52-3 11 0 0,0 0-1 0 0,-1-2 1 0 0,0-2 0 0 0,0-1 0 0 0,55-21 0 0 0,-17 8 176 0 0,-43 17 468 0 0,-25 4-614 0 0,1 0 0 0 0,0 0 0 0 0,-1 0 0 0 0,1 0 0 0 0,0 0 0 0 0,-1 0 0 0 0,1 0 0 0 0,0 0 0 0 0,-1 0 0 0 0,1 0 0 0 0,0 0 0 0 0,-1 1 0 0 0,1-1 0 0 0,-1 0 0 0 0,1 0 0 0 0,0 1 0 0 0,-1-1 0 0 0,1 0 0 0 0,-1 1 0 0 0,1-1 0 0 0,-1 1 0 0 0,1-1 0 0 0,-1 1 0 0 0,1-1-1 0 0,-1 1 1 0 0,0-1 0 0 0,1 1 0 0 0,-1-1 0 0 0,1 1 0 0 0,-1-1 0 0 0,0 1 0 0 0,0 0 0 0 0,1-1 0 0 0,-1 1 0 0 0,0 0 0 0 0,-1 50 300 0 0,-1-1-1 0 0,-3 0 0 0 0,-16 66 1 0 0,11-82-168 0 0,-28 59 1 0 0,14-36-27 0 0,-101 195 501 0 0,120-242-565 0 0,1-1 0 0 0,0 0-1 0 0,-4 20 1 0 0,4-15 86 0 0,0 1 108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5.116"/>
    </inkml:context>
    <inkml:brush xml:id="br0">
      <inkml:brushProperty name="width" value="0.05" units="cm"/>
      <inkml:brushProperty name="height" value="0.05" units="cm"/>
    </inkml:brush>
  </inkml:definitions>
  <inkml:trace contextRef="#ctx0" brushRef="#br0">1 44 11656 0 0,'0'2'28'0'0,"-1"6"220"0"0,3 10 670 0 0,3-17-850 0 0,-1-1-1 0 0,1-1 1 0 0,0 1-1 0 0,-1-1 1 0 0,1 1-1 0 0,-1-2 1 0 0,9-2-1 0 0,15-3 5 0 0,23-2 10 0 0,-24 6-40 0 0,2-2 13 0 0,10-4 17 0 0,-31 8-60 0 0,22-5 48 0 0,15-6-5 0 0,-3 2-39 0 0,-32 8 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6.050"/>
    </inkml:context>
    <inkml:brush xml:id="br0">
      <inkml:brushProperty name="width" value="0.05" units="cm"/>
      <inkml:brushProperty name="height" value="0.05" units="cm"/>
    </inkml:brush>
  </inkml:definitions>
  <inkml:trace contextRef="#ctx0" brushRef="#br0">0 170 8136 0 0,'4'-2'48'0'0,"-2"-4"157"0"0,-2-8 223 0 0,0 10-316 0 0,0 3-73 0 0,-1 0-1 0 0,1-1 1 0 0,0 1 0 0 0,0 0-1 0 0,0-1 1 0 0,0 1-1 0 0,1 0 1 0 0,-1-1 0 0 0,0 1-1 0 0,0 0 1 0 0,1 0 0 0 0,-1-1-1 0 0,1 1 1 0 0,-1 0-1 0 0,1 0 1 0 0,0 0 0 0 0,-1 0-1 0 0,1 0 1 0 0,0-1 0 0 0,0 1-1 0 0,0 0 1 0 0,0 1 0 0 0,0-1-1 0 0,0 0 1 0 0,0 0-1 0 0,0 0 1 0 0,0 1 0 0 0,0-1-1 0 0,0 0 1 0 0,0 1 0 0 0,1-1-1 0 0,-1 1 1 0 0,0-1-1 0 0,0 1 1 0 0,2 0 0 0 0,164-46 355 0 0,-160 43-377 0 0,24-5 68 0 0,6 1 155 0 0,49-19 0 0 0,-61 16-56 0 0,-23 8-166 0 0,0 1 0 0 0,1 0 0 0 0,-1 0 0 0 0,0 1 0 0 0,0-1 0 0 0,1 0 0 0 0,-1 1 0 0 0,0-1 0 0 0,1 1 0 0 0,-1 0 0 0 0,3 0 0 0 0,-4 0-10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06.381"/>
    </inkml:context>
    <inkml:brush xml:id="br0">
      <inkml:brushProperty name="width" value="0.05" units="cm"/>
      <inkml:brushProperty name="height" value="0.05" units="cm"/>
    </inkml:brush>
  </inkml:definitions>
  <inkml:trace contextRef="#ctx0" brushRef="#br0">1 72 9536 0 0,'3'-1'-1'0'0,"0"0"1"0"0,1 1 1 0 0,-3 0 5 0 0,45-4 250 0 0,-28 3-200 0 0,0 0 0 0 0,-1-2 0 0 0,27-7 0 0 0,-9 3 18 0 0,38-11 90 0 0,-47 11-89 0 0,0 1 0 0 0,0 1 1 0 0,48-2-1 0 0,-57 7-28 0 0,-3 0 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0.090"/>
    </inkml:context>
    <inkml:brush xml:id="br0">
      <inkml:brushProperty name="width" value="0.05" units="cm"/>
      <inkml:brushProperty name="height" value="0.05" units="cm"/>
    </inkml:brush>
  </inkml:definitions>
  <inkml:trace contextRef="#ctx0" brushRef="#br0">87 2 96 0 0,'-2'-1'0'0'0,"5"4"0"0"0,3 9 0 0 0,-6-2 0 0 0,-3-5 0 0 0,4 8 0 0 0,7 23 53 0 0,-1 0 1 0 0,-2 0-1 0 0,2 50 0 0 0,-4-22 90 0 0,-1-29 159 0 0,-2-1 0 0 0,-1 1 0 0 0,-2-1-1 0 0,-12 56 1 0 0,-46 132 1959 0 0,22-91-435 0 0,37-123-1252 0 0,1 0 1 0 0,0-1-1 0 0,0 1 1 0 0,1 9 0 0 0,0-14-255 0 0,0-2 15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1.044"/>
    </inkml:context>
    <inkml:brush xml:id="br0">
      <inkml:brushProperty name="width" value="0.05" units="cm"/>
      <inkml:brushProperty name="height" value="0.05" units="cm"/>
    </inkml:brush>
  </inkml:definitions>
  <inkml:trace contextRef="#ctx0" brushRef="#br0">18 32 4312 0 0,'-1'1'2029'0'0,"-1"4"-215"0"0,-4 6 1268 0 0,5-11-3076 0 0,1 0 0 0 0,0 0 1 0 0,-1 0-1 0 0,1 0 0 0 0,0 0 0 0 0,-1-1 1 0 0,1 1-1 0 0,0 0 0 0 0,-1 0 0 0 0,1 0 0 0 0,0 0 1 0 0,-1 0-1 0 0,1-1 0 0 0,0 1 0 0 0,-1 0 1 0 0,1 0-1 0 0,0 0 0 0 0,0-1 0 0 0,-1 1 0 0 0,1 0 1 0 0,0 0-1 0 0,0-1 0 0 0,0 1 0 0 0,-1 0 1 0 0,1-1-1 0 0,0 1 0 0 0,0 0 0 0 0,0-1 0 0 0,0 1 1 0 0,0 0-1 0 0,0-1 0 0 0,0 1 0 0 0,-1 0 1 0 0,1-1-1 0 0,0 1 0 0 0,0 0 0 0 0,0-1 0 0 0,0 1 1 0 0,0 0-1 0 0,1-1 0 0 0,-1 1 0 0 0,0 0 1 0 0,0-1-1 0 0,0 1 0 0 0,0 0 0 0 0,0-1 0 0 0,1 1 1 0 0,0-2 2 0 0,1 1 0 0 0,-1 0 0 0 0,1 0 1 0 0,0 0-1 0 0,-1 0 0 0 0,1 0 0 0 0,0 0 0 0 0,0 0 1 0 0,0 1-1 0 0,-1-1 0 0 0,1 1 0 0 0,0-1 1 0 0,3 1-1 0 0,23-3 37 0 0,-26 3-41 0 0,8-2 9 0 0,0 1 0 0 0,1 0 0 0 0,18 2 1 0 0,13 0 14 0 0,50-9 78 0 0,46-2-23 0 0,-134 9-82 0 0,-1 1 1 0 0,1 0 0 0 0,-1 0-1 0 0,1 0 1 0 0,-1 0-1 0 0,1 1 1 0 0,-1 0-1 0 0,0-1 1 0 0,1 1-1 0 0,-1 0 1 0 0,0 1-1 0 0,1-1 1 0 0,-1 0-1 0 0,0 1 1 0 0,0 0-1 0 0,0 0 1 0 0,0 0-1 0 0,3 3 1 0 0,-6-3 0 0 0,1 0 0 0 0,-1 1 1 0 0,0-1-1 0 0,0 1 0 0 0,0-1 1 0 0,0 1-1 0 0,0-1 0 0 0,0 0 0 0 0,-1 1 1 0 0,1-1-1 0 0,-1 1 0 0 0,0-1 0 0 0,1 0 1 0 0,-2 3-1 0 0,1-3 3 0 0,-4 12 3 0 0,-1-1 1 0 0,0 0 0 0 0,0-1 0 0 0,-1 0 0 0 0,-1 0 0 0 0,-12 14-1 0 0,-61 63 77 0 0,66-73-48 0 0,-36 33 69 0 0,29-29 40 0 0,0 2 1 0 0,1 0-1 0 0,-25 37 1 0 0,-7 22 1193 0 0,45-68-476 0 0,17-17-324 0 0,8-3-505 0 0,33-14 116 0 0,-40 16-134 0 0,1 0-1 0 0,0 0 1 0 0,0 1 0 0 0,0 1 0 0 0,0 0 0 0 0,0 0-1 0 0,15 0 1 0 0,-23 3-11 0 0,0 0 1 0 0,0 1-1 0 0,-1 0 0 0 0,1-1 0 0 0,0 1 1 0 0,0 0-1 0 0,-1 0 0 0 0,1 1 0 0 0,-1-1 0 0 0,1 1 1 0 0,-1-1-1 0 0,1 1 0 0 0,-1 0 0 0 0,4 3 1 0 0,-3-2 0 0 0,1 1 0 0 0,-1 0 1 0 0,0 0-1 0 0,0-1 1 0 0,-1 2-1 0 0,1-1 0 0 0,-1 0 1 0 0,3 7-1 0 0,-2 1 0 0 0,0 2 0 0 0,-1-1 0 0 0,0 0 0 0 0,-1 0 0 0 0,-1 1 0 0 0,0-1 0 0 0,0 0 0 0 0,-2 1-1 0 0,-4 21 1 0 0,0 8 1 0 0,5-15 1 0 0,-1-11-2 0 0,-5-2 0 0 0,2-7-3 0 0,-1 0 0 0 0,1-1 1 0 0,-1 0-1 0 0,-1-1 1 0 0,1 1-1 0 0,-1-1 1 0 0,0 0-1 0 0,0-1 1 0 0,-1 1-1 0 0,0-1 0 0 0,0-1 1 0 0,0 0-1 0 0,-11 4 1 0 0,0-2 25 0 0,1-1 0 0 0,-1-1 0 0 0,0-1 0 0 0,-28 1 0 0 0,-4-3 27 0 0,29-1-28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1.901"/>
    </inkml:context>
    <inkml:brush xml:id="br0">
      <inkml:brushProperty name="width" value="0.05" units="cm"/>
      <inkml:brushProperty name="height" value="0.05" units="cm"/>
    </inkml:brush>
  </inkml:definitions>
  <inkml:trace contextRef="#ctx0" brushRef="#br0">119 7 8536 0 0,'0'0'104'0'0,"1"-2"-50"0"0,4-1 118 0 0,10 2 201 0 0,-10 1-213 0 0,1-1 0 0 0,0 1 0 0 0,-1 1 0 0 0,1-1 1 0 0,5 2-1 0 0,-8 0-128 0 0,5 13 4 0 0,-4-12-35 0 0,11 19 24 0 0,-3 5-23 0 0,-6 8-2 0 0,-4 9 1 0 0,-3-33 1 0 0,1-8 0 0 0,0 0-1 0 0,0 0 1 0 0,-1 0-1 0 0,0 0 1 0 0,1 0 0 0 0,-1 0-1 0 0,0 0 1 0 0,0 0-1 0 0,0 0 1 0 0,-1-1 0 0 0,1 1-1 0 0,-4 4 1 0 0,-20 38 38 0 0,4-5 40 0 0,0-3 33 0 0,-3 8 47 0 0,20-33-126 0 0,-20 32 133 0 0,18-34-129 0 0,4-5-4 0 0,0-1 0 0 0,-1 1 0 0 0,0-1 1 0 0,0 0-1 0 0,0 0 0 0 0,0 0 0 0 0,-4 4 0 0 0,-5 6 408 0 0,1 1 1 0 0,1 1-1 0 0,-11 21 0 0 0,19-33-73 0 0,1 0-1 0 0,-1 1 1 0 0,1-1-1 0 0,0 0 1 0 0,0 1-1 0 0,1-1 1 0 0,-1 9-1 0 0,8-17-72 0 0,198-66 281 0 0,-201 70-572 0 0,-1-1-1 0 0,0 0 1 0 0,1 0-1 0 0,-1 0 1 0 0,0 0-1 0 0,0-1 1 0 0,0 1-1 0 0,0-1 1 0 0,4-2-1 0 0,20-12 38 0 0,28-3 55 0 0,-51 18-93 0 0,4-1 56 0 0,0 0-1 0 0,-1-1 0 0 0,0 0 1 0 0,0 0-1 0 0,8-5 0 0 0,-13 6-36 0 0,5 0 122 0 0,11 3-97 0 0,-17-1-48 0 0,0 0-5 0 0,0 0 0 0 0,0-1 0 0 0,-1 1 0 0 0,1 0 0 0 0,0 0 0 0 0,0 0 0 0 0,0 0 0 0 0,0 0 0 0 0,0 0 0 0 0,0 0 0 0 0,0 1 0 0 0,0-1 0 0 0,0 0 0 0 0,-1 0 0 0 0,1 1 0 0 0,0-1 0 0 0,0 1 0 0 0,0-1 0 0 0,0 1 0 0 0,-1-1 0 0 0,1 1 0 0 0,0-1 0 0 0,0 1 0 0 0,-1 0 0 0 0,1-1 0 0 0,0 2-1 0 0,0-1-42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2.360"/>
    </inkml:context>
    <inkml:brush xml:id="br0">
      <inkml:brushProperty name="width" value="0.05" units="cm"/>
      <inkml:brushProperty name="height" value="0.05" units="cm"/>
    </inkml:brush>
  </inkml:definitions>
  <inkml:trace contextRef="#ctx0" brushRef="#br0">83 0 7632 0 0,'13'9'241'0'0,"3"8"597"0"0,3 2-244 0 0,-15-15-568 0 0,-2-1 0 0 0,1 1 0 0 0,0 0 0 0 0,-1 0 0 0 0,1 0 0 0 0,-1 0 0 0 0,0 0-1 0 0,-1 0 1 0 0,2 5 0 0 0,-1-5-16 0 0,12 36 80 0 0,4 8-32 0 0,-12-21-8 0 0,-3 1 3 0 0,0 7 143 0 0,-1 1 1 0 0,-2 0-1 0 0,-7 67 0 0 0,-30 116 1278 0 0,33-198-1341 0 0,-24 91 566 0 0,5-26-233 0 0,16-64-293 0 0,0 0-1 0 0,-20 40 1 0 0,16-40-49 0 0,1 1 1 0 0,-8 30-1 0 0,14-35-59 0 0,2-11-13 0 0,0 0-1 0 0,0 1 1 0 0,0-1-1 0 0,-1 0 1 0 0,-5 10 0 0 0,6-14 4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3.839"/>
    </inkml:context>
    <inkml:brush xml:id="br0">
      <inkml:brushProperty name="width" value="0.05" units="cm"/>
      <inkml:brushProperty name="height" value="0.05" units="cm"/>
    </inkml:brush>
  </inkml:definitions>
  <inkml:trace contextRef="#ctx0" brushRef="#br0">94 49 10344 0 0,'0'9'249'0'0,"-1"4"112"0"0,0-7-272 0 0,1 0-1 0 0,0-1 1 0 0,0 1 0 0 0,0-1-1 0 0,0 1 1 0 0,1-1 0 0 0,2 10 0 0 0,8 19-21 0 0,-11-29-64 0 0,0 1 5 0 0,-4 8 3 0 0,-16 55-36 0 0,-8 20-21 0 0,18-66 45 0 0,-2-5 0 0 0,0 0 1 0 0,12-16 1 0 0,-1 0 0 0 0,0 0-1 0 0,0-1 1 0 0,0 1 0 0 0,0 0 0 0 0,0-1 0 0 0,0 1-1 0 0,0-1 1 0 0,-1 1 0 0 0,1-1 0 0 0,-1 1 0 0 0,-1 1-1 0 0,-1 0 15 0 0,3-2 86 0 0,5-29 148 0 0,0 16-204 0 0,17-27 35 0 0,1 2-1 0 0,36-46 1 0 0,-22 32 9 0 0,-24 33-52 0 0,0 1 0 0 0,2 0 0 0 0,17-18 0 0 0,-22 26-40 0 0,0 1 1 0 0,1 1-1 0 0,-1 0 0 0 0,1 0 0 0 0,1 1 0 0 0,-1 0 1 0 0,1 1-1 0 0,0 0 0 0 0,0 1 0 0 0,16-5 0 0 0,-4 3-66 0 0,-15 3-25 0 0,1 1-1 0 0,-1-1 1 0 0,1 2-1 0 0,14-2 0 0 0,-22 31 38 0 0,-3-14 62 0 0,0 0 0 0 0,-1 0 0 0 0,0-1 0 0 0,-1 1 0 0 0,0-1-1 0 0,-1 1 1 0 0,-1-1 0 0 0,0-1 0 0 0,-1 1 0 0 0,0-1 0 0 0,-1 0 0 0 0,-1-1 0 0 0,1 0-1 0 0,-17 15 1 0 0,12-14 15 0 0,2-4 39 0 0,1 1 0 0 0,0 0 0 0 0,1 0 0 0 0,0 1 1 0 0,1 0-1 0 0,-13 21 0 0 0,12-19 335 0 0,3-3 795 0 0,7-11-1151 0 0,0-1 0 0 0,0 0 0 0 0,1 0 0 0 0,-1 1 0 0 0,0-1 0 0 0,1 1 0 0 0,0-1 0 0 0,-1 1 0 0 0,1-1 0 0 0,0 1 1 0 0,4-3-1 0 0,8-13 40 0 0,88-149 116 0 0,-73 128-179 0 0,-23 35-27 0 0,0-1 1 0 0,1 1 0 0 0,-1 0 0 0 0,1 0 0 0 0,0 1 0 0 0,0-1 0 0 0,13-2-1 0 0,-12 3 3 0 0,-4 1-8 0 0,-2 1 6 0 0,1 0 0 0 0,-1 0 0 0 0,1 0 1 0 0,0 0-1 0 0,-1 0 0 0 0,1 1 0 0 0,0-1 0 0 0,-1 1 0 0 0,1 0 0 0 0,0 0 0 0 0,4 0 1 0 0,-7 0 4 0 0,1 0 1 0 0,-1 0 0 0 0,0 0-1 0 0,1 0 1 0 0,-1 0 0 0 0,1 1-1 0 0,-1-1 1 0 0,1 0 0 0 0,-1 0-1 0 0,1 0 1 0 0,-1 0 0 0 0,0 0-1 0 0,1 1 1 0 0,-1-1 0 0 0,0 0-1 0 0,1 0 1 0 0,-1 1 0 0 0,1-1-1 0 0,-1 0 1 0 0,0 1 0 0 0,0-1 0 0 0,1 0-1 0 0,-1 1 1 0 0,0-1 0 0 0,0 0-1 0 0,1 1 1 0 0,-1-1 0 0 0,0 0-1 0 0,0 1 1 0 0,0-1 0 0 0,1 1-1 0 0,-1-1 1 0 0,0 1 0 0 0,0-1-1 0 0,0 0 1 0 0,0 1 0 0 0,0-1-1 0 0,0 1 1 0 0,0-1 0 0 0,0 1-1 0 0,0-1 1 0 0,0 1 0 0 0,0-1 0 0 0,0 0-1 0 0,-1 1 1 0 0,1-1 0 0 0,0 1-1 0 0,0 0 4 0 0,-1-1-1 0 0,1 1 0 0 0,0 0 1 0 0,0-1-1 0 0,0 1 1 0 0,0-1-1 0 0,0 1 1 0 0,0 0-1 0 0,0-1 0 0 0,0 1 1 0 0,0-1-1 0 0,0 1 1 0 0,0 0-1 0 0,0-1 1 0 0,0 1-1 0 0,1-1 0 0 0,-1 1 1 0 0,0 0-1 0 0,0-1 1 0 0,1 1-1 0 0,-1-1 1 0 0,0 1-1 0 0,1-1 0 0 0,-1 1 1 0 0,0-1-1 0 0,1 1 1 0 0,-1-1-1 0 0,1 1 0 0 0,0-1 1 0 0,0 0 0 0 0,-1 1 0 0 0,1-1 0 0 0,0 0 1 0 0,0 0-1 0 0,-1 1 0 0 0,1-1 0 0 0,0 0 0 0 0,-1 1 0 0 0,1-1 1 0 0,0 1-1 0 0,-1-1 0 0 0,1 1 0 0 0,-1-1 0 0 0,1 1 0 0 0,0-1 1 0 0,-1 1-1 0 0,1 0 0 0 0,-1-1 0 0 0,0 1 0 0 0,1 0 0 0 0,-1-1 1 0 0,0 1-1 0 0,1 0 0 0 0,-1 0 0 0 0,0-1 0 0 0,0 1 0 0 0,1 0 1 0 0,-1 0-1 0 0,0-1 0 0 0,0 1 0 0 0,0 0 0 0 0,0 0 0 0 0,0 0 1 0 0,0-1-1 0 0,0 1 0 0 0,0 0 0 0 0,-1 0 0 0 0,1 0 0 0 0,0 0 1 0 0,-1 3 0 0 0,0-1-1 0 0,0 1 1 0 0,0-1 0 0 0,0 0 0 0 0,0 1 0 0 0,-1-1 0 0 0,-1 4 0 0 0,-2 5 2 0 0,1 1 4 0 0,0 0 0 0 0,0-1 0 0 0,-1 1 0 0 0,-1-1 0 0 0,0 0 0 0 0,-1-1 0 0 0,0 0 0 0 0,-9 11 0 0 0,7-10 29 0 0,1 0 0 0 0,0 1 0 0 0,1 0 0 0 0,0 1 0 0 0,-5 16 0 0 0,2-3 182 0 0,8-24-171 0 0,1 0 1 0 0,0 1-1 0 0,0-1 0 0 0,0 0 1 0 0,0 1-1 0 0,0-1 0 0 0,1 1 0 0 0,0-1 1 0 0,0 7-1 0 0,0-9-36 0 0,0 1 1 0 0,0-1 0 0 0,0 1-1 0 0,1-1 1 0 0,-1 0-1 0 0,0 1 1 0 0,1-1 0 0 0,-1 0-1 0 0,1 1 1 0 0,-1-1-1 0 0,1 0 1 0 0,0 0-1 0 0,0 1 1 0 0,-1-1 0 0 0,1 0-1 0 0,0 0 1 0 0,0 0-1 0 0,0 0 1 0 0,0 0-1 0 0,0 0 1 0 0,1 0 0 0 0,-1 0-1 0 0,0-1 1 0 0,0 1-1 0 0,1 0 1 0 0,1 0 0 0 0,5 4 4 0 0,-6-4-5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4.129"/>
    </inkml:context>
    <inkml:brush xml:id="br0">
      <inkml:brushProperty name="width" value="0.05" units="cm"/>
      <inkml:brushProperty name="height" value="0.05" units="cm"/>
    </inkml:brush>
  </inkml:definitions>
  <inkml:trace contextRef="#ctx0" brushRef="#br0">6 1 10656 0 0,'-4'0'0'0'0,"4"4"88"0"0,-1 11 104 0 0,1 0-16 0 0,0-4-32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4.429"/>
    </inkml:context>
    <inkml:brush xml:id="br0">
      <inkml:brushProperty name="width" value="0.05" units="cm"/>
      <inkml:brushProperty name="height" value="0.05" units="cm"/>
    </inkml:brush>
  </inkml:definitions>
  <inkml:trace contextRef="#ctx0" brushRef="#br0">34 79 7232 0 0,'-13'23'6'0'0,"1"7"22"0"0,10-21-11 0 0,0 1 0 0 0,0-1 0 0 0,1 0 0 0 0,-1 11 0 0 0,2-16-14 0 0,0-1 8 0 0,1-1-1 0 0,-1 1 0 0 0,0-1 0 0 0,1 1 1 0 0,0-1-1 0 0,0 0 0 0 0,-1 1 0 0 0,1-1 0 0 0,1 0 1 0 0,-1 0-1 0 0,0 0 0 0 0,0 0 0 0 0,1 0 1 0 0,1 3-1 0 0,1-1 16 0 0,0 1 7 0 0,1-1-1 0 0,0 1 1 0 0,0-1-1 0 0,1 0 1 0 0,-1 0 0 0 0,1 0-1 0 0,0-1 1 0 0,0 0-1 0 0,0 0 1 0 0,1 0-1 0 0,-1-1 1 0 0,11 3-1 0 0,-12-5-4 0 0,-1 1 0 0 0,1-1 1 0 0,-1 0-1 0 0,1 0 0 0 0,-1-1 0 0 0,1 1 0 0 0,0-1 0 0 0,-1 0 0 0 0,0 0 1 0 0,1 0-1 0 0,4-3 0 0 0,-6 3-15 0 0,12-4 58 0 0,0-1 0 0 0,-1 0 0 0 0,22-12 0 0 0,-33 16-67 0 0,14-7 54 0 0,1-4-22 0 0,-3-2 32 0 0,-9 8-51 0 0,-4 5-8 0 0,0-1 0 0 0,1 0 1 0 0,-1 1-1 0 0,1 0 0 0 0,0-1 1 0 0,0 1-1 0 0,5-3 0 0 0,-5 4-4 0 0,1-1 9 0 0,1 0 0 0 0,-1-1-1 0 0,0 1 1 0 0,0-1 0 0 0,0 0-1 0 0,-1 0 1 0 0,1 0 0 0 0,-1 0-1 0 0,0-1 1 0 0,1 1 0 0 0,2-6-1 0 0,-5 6 4 0 0,0 0-1 0 0,0 0 1 0 0,0 0-1 0 0,0 0 0 0 0,0 0 1 0 0,-1 0-1 0 0,1 0 0 0 0,-1 0 1 0 0,0 0-1 0 0,0 0 1 0 0,0 0-1 0 0,0 0 0 0 0,-2-6 1 0 0,2 8-3 0 0,-1-1 0 0 0,1 0 0 0 0,-1 0 0 0 0,1 1 1 0 0,0-1-1 0 0,0 0 0 0 0,0 0 0 0 0,0 0 0 0 0,0 1 0 0 0,1-4 1 0 0,-1 4-6 0 0,0-1 1 0 0,0 1 0 0 0,0 0-1 0 0,0 0 1 0 0,0 0-1 0 0,0-1 1 0 0,0 1 0 0 0,0 0-1 0 0,0 0 1 0 0,0-1 0 0 0,-1 1-1 0 0,1 0 1 0 0,0 0 0 0 0,-1 0-1 0 0,1 0 1 0 0,-2-2 0 0 0,1 1-3 0 0,1 1 7 0 0,-1-1 1 0 0,0 1-1 0 0,1 0 1 0 0,-1-1 0 0 0,0 1-1 0 0,0 0 1 0 0,0-1-1 0 0,0 1 1 0 0,0 0 0 0 0,0 0-1 0 0,0 0 1 0 0,-1 0-1 0 0,1 0 1 0 0,0 0-1 0 0,-1 0 1 0 0,1 1 0 0 0,0-1-1 0 0,-1 0 1 0 0,1 1-1 0 0,-2-1 1 0 0,-57-10 376 0 0,27 9-155 0 0,6 3 33 0 0,-42-1 882 0 0,67 0-593 0 0,-16 0 876 0 0,17 0-1338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5.353"/>
    </inkml:context>
    <inkml:brush xml:id="br0">
      <inkml:brushProperty name="width" value="0.05" units="cm"/>
      <inkml:brushProperty name="height" value="0.05" units="cm"/>
    </inkml:brush>
  </inkml:definitions>
  <inkml:trace contextRef="#ctx0" brushRef="#br0">260 265 3408 0 0,'-4'4'16'0'0,"4"1"68"0"0,0-5-76 0 0,0 0-1 0 0,0 0 0 0 0,0 1 1 0 0,0-1-1 0 0,1 0 0 0 0,-1 0 1 0 0,0 1-1 0 0,0-1 0 0 0,0 0 1 0 0,0 0-1 0 0,0 1 1 0 0,0-1-1 0 0,0 0 0 0 0,0 0 1 0 0,0 1-1 0 0,0-1 0 0 0,0 0 1 0 0,0 0-1 0 0,-1 1 0 0 0,1-1 1 0 0,0 0-1 0 0,0 0 0 0 0,0 1 1 0 0,0-1-1 0 0,0 0 0 0 0,0 0 1 0 0,0 0-1 0 0,-1 1 0 0 0,1-1 1 0 0,0 0-1 0 0,0 0 0 0 0,-1 0 1 0 0,-8 9 536 0 0,1 0 1 0 0,-15 19 0 0 0,15-18-418 0 0,-14 17 441 0 0,2-1-142 0 0,13-19-338 0 0,4-4-38 0 0,1 0-1 0 0,-1 0 1 0 0,1 0 0 0 0,-1 0-1 0 0,1 1 1 0 0,0-1 0 0 0,0 1-1 0 0,-2 5 1 0 0,-17 32 383 0 0,17-33-376 0 0,-15 24 221 0 0,13-26-225 0 0,4-4-30 0 0,0 0 0 0 0,0 0 0 0 0,1 1-1 0 0,-1-1 1 0 0,0 0 0 0 0,1 1 0 0 0,-1-1 0 0 0,1 1-1 0 0,0 0 1 0 0,-1 3 0 0 0,-13 30 264 0 0,12-30-239 0 0,-4 24 218 0 0,6-22-207 0 0,-5 24 233 0 0,4-23-235 0 0,-10 24 206 0 0,-8 22 196 0 0,20-45-315 0 0,1-8-132 0 0,3 12 233 0 0,0-1 0 0 0,-1 1 0 0 0,2 16 0 0 0,-4-28-210 0 0,0 0 1 0 0,0 0-1 0 0,1 0 0 0 0,-1-1 1 0 0,0 1-1 0 0,1 0 1 0 0,-1-1-1 0 0,1 1 1 0 0,-1-1-1 0 0,1 0 1 0 0,0 0-1 0 0,0 1 1 0 0,-1-1-1 0 0,1 0 0 0 0,0 0 1 0 0,0-1-1 0 0,0 1 1 0 0,0 0-1 0 0,0-1 1 0 0,0 1-1 0 0,3 0 1 0 0,42-19 245 0 0,-46 18-274 0 0,0 0 0 0 0,0-1 1 0 0,0 1-1 0 0,0-1 0 0 0,0 1 0 0 0,0-1 0 0 0,0 0 0 0 0,0 1 1 0 0,-1-1-1 0 0,1 0 0 0 0,0 1 0 0 0,1-3 0 0 0,14-15 56 0 0,-1 0-1 0 0,-1 0 1 0 0,0-2-1 0 0,-2 0 1 0 0,0 0-1 0 0,-1-1 1 0 0,11-33-1 0 0,45-171 577 0 0,-61 204-567 0 0,13-41 166 0 0,-12 39-72 0 0,0 0-1 0 0,4-28 1 0 0,-9 24 133 0 0,-3 24-272 0 0,1-1 0 0 0,1 1 0 0 0,-1-1 0 0 0,0 1 0 0 0,1-1 0 0 0,0 0 0 0 0,-1 1 1 0 0,1 0-1 0 0,1-1 0 0 0,1-3 0 0 0,11-30 180 0 0,-11 29-160 0 0,0 0 0 0 0,0 0 0 0 0,7-12 0 0 0,1 0 285 0 0,18-45 0 0 0,-26 53 202 0 0,-6 24-388 0 0,3-10-139 0 0,-5 50 140 0 0,-2-1 0 0 0,-20 71 1 0 0,22-98-85 0 0,1 0 1 0 0,1 0-1 0 0,1 1 1 0 0,1-1-1 0 0,3 40 1 0 0,0-5 49 0 0,-3-22 49 0 0,2 1 0 0 0,2 0 0 0 0,13 66 0 0 0,-7-34 326 0 0,-7-64-431 0 0,-1 0-1 0 0,1 0 0 0 0,-1 0 0 0 0,-1 1 0 0 0,1-1 1 0 0,-1 0-1 0 0,-1 9 0 0 0,1 2 37 0 0,0-14-52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6.044"/>
    </inkml:context>
    <inkml:brush xml:id="br0">
      <inkml:brushProperty name="width" value="0.05" units="cm"/>
      <inkml:brushProperty name="height" value="0.05" units="cm"/>
    </inkml:brush>
  </inkml:definitions>
  <inkml:trace contextRef="#ctx0" brushRef="#br0">7 81 12256 0 0,'-2'0'20'0'0,"1"8"331"0"0,0-7-260 0 0,1 1 1 0 0,-1 0-1 0 0,1 0 1 0 0,-1-1-1 0 0,1 1 1 0 0,0 0-1 0 0,0 0 0 0 0,0 0 1 0 0,0-1-1 0 0,0 1 1 0 0,0 0-1 0 0,1 3 1 0 0,4-4-75 0 0,0 0 1 0 0,0-1 0 0 0,0 0-1 0 0,1 0 1 0 0,-1 0 0 0 0,0 0-1 0 0,0-1 1 0 0,0 1 0 0 0,0-2-1 0 0,0 1 1 0 0,7-3 0 0 0,15-2 19 0 0,28-5 10 0 0,0-2-5 0 0,-48 12-36 0 0,0 0 6 0 0,1-1 0 0 0,0 1 0 0 0,-1-1-1 0 0,1-1 1 0 0,-1 1 0 0 0,1-1 0 0 0,8-5-1 0 0,19-20 48 0 0,-33 25-52 0 0,1 1-1 0 0,0 0 1 0 0,-1 1-1 0 0,1-1 1 0 0,0 0 0 0 0,0 1-1 0 0,1 0 1 0 0,-1-1 0 0 0,4 0-1 0 0,-3 1 0 0 0,2-1 15 0 0,0 0 0 0 0,0 1 0 0 0,0 0 0 0 0,0 0 0 0 0,0 0 0 0 0,0 1 0 0 0,1 0 0 0 0,6 1 0 0 0,-3-1 49 0 0,-5 1-55 0 0,-1 1 1 0 0,1-1 0 0 0,-1 1 0 0 0,0 0-1 0 0,1 0 1 0 0,-1 1 0 0 0,4 2 0 0 0,-7-4-13 0 0,2 0 13 0 0,1 1 1 0 0,-1 0 0 0 0,1 0-1 0 0,-1 1 1 0 0,0-1-1 0 0,0 1 1 0 0,0-1 0 0 0,0 1-1 0 0,0 0 1 0 0,-1 0-1 0 0,1 0 1 0 0,-1 0 0 0 0,0 1-1 0 0,0-1 1 0 0,0 1-1 0 0,0-1 1 0 0,1 5 0 0 0,0 3 51 0 0,-2-9-55 0 0,0 0 0 0 0,-1 0 0 0 0,1 0 0 0 0,-1-1 0 0 0,1 1 0 0 0,-1 0 0 0 0,0 0 0 0 0,0 0 0 0 0,0 0 0 0 0,0 0-1 0 0,0-1 1 0 0,0 1 0 0 0,-1 0 0 0 0,1 0 0 0 0,0 0 0 0 0,-1 0 0 0 0,0-1 0 0 0,1 1 0 0 0,-1 0 0 0 0,0 0 0 0 0,0-1 0 0 0,-1 3 0 0 0,-100 151 561 0 0,81-128-428 0 0,2 1 8 0 0,-14 35 271 0 0,7-27-35 0 0,24-29-320 0 0,2-6-44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6.547"/>
    </inkml:context>
    <inkml:brush xml:id="br0">
      <inkml:brushProperty name="width" value="0.05" units="cm"/>
      <inkml:brushProperty name="height" value="0.05" units="cm"/>
    </inkml:brush>
  </inkml:definitions>
  <inkml:trace contextRef="#ctx0" brushRef="#br0">11 10 11856 0 0,'-5'8'323'0'0,"0"3"561"0"0,5-10-864 0 0,1-1-1 0 0,-1 1 0 0 0,1-1 1 0 0,-1 0-1 0 0,1 0 0 0 0,0 1 1 0 0,-1-1-1 0 0,1 0 0 0 0,0 0 1 0 0,-1 0-1 0 0,1 1 0 0 0,0-1 0 0 0,0 0 1 0 0,-1 0-1 0 0,1 0 0 0 0,0 0 1 0 0,-1 0-1 0 0,1 0 0 0 0,0-1 1 0 0,-1 1-1 0 0,1 0 0 0 0,0 0 1 0 0,-1 0-1 0 0,1-1 0 0 0,0 1 1 0 0,0-1-1 0 0,48-9 36 0 0,-10 5-37 0 0,2-1 20 0 0,-24 4-21 0 0,71-5 70 0 0,-75 7-21 0 0,-1 0 1 0 0,1 1-1 0 0,-1 1 0 0 0,1 0 1 0 0,17 5-1 0 0,22 6 470 0 0,-39-11-398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7.504"/>
    </inkml:context>
    <inkml:brush xml:id="br0">
      <inkml:brushProperty name="width" value="0.05" units="cm"/>
      <inkml:brushProperty name="height" value="0.05" units="cm"/>
    </inkml:brush>
  </inkml:definitions>
  <inkml:trace contextRef="#ctx0" brushRef="#br0">88 26 96 0 0,'-13'15'1008'0'0,"12"-14"-840"0"0,0 1 1 0 0,0-1-1 0 0,1 0 0 0 0,-1 0 1 0 0,0 0-1 0 0,0 0 0 0 0,0-1 1 0 0,0 1-1 0 0,0 0 0 0 0,-1 0 1 0 0,1 0-1 0 0,0-1 0 0 0,0 1 0 0 0,0-1 1 0 0,-1 1-1 0 0,1-1 0 0 0,0 1 1 0 0,-1-1-1 0 0,1 0 0 0 0,0 0 1 0 0,-1 0-1 0 0,1 1 0 0 0,0-1 1 0 0,-3-1-1 0 0,2 1-53 0 0,0-1-1 0 0,0 1 1 0 0,0-1 0 0 0,0 0 0 0 0,0 0-1 0 0,0 0 1 0 0,0 0 0 0 0,0 0 0 0 0,0 0-1 0 0,0 0 1 0 0,1-1 0 0 0,-1 1 0 0 0,0-1 0 0 0,-2-2-1 0 0,3 3-57 0 0,-11-2 2150 0 0,21 8-2099 0 0,0-1 1 0 0,-1 1-1 0 0,1-1 1 0 0,1-1-1 0 0,-1 0 1 0 0,0 0-1 0 0,1-1 1 0 0,13 2-1 0 0,86 5 497 0 0,-92-9-478 0 0,16-1 160 0 0,-1-1 0 0 0,1-2 0 0 0,-1-1 0 0 0,0-1 0 0 0,39-14 0 0 0,-26 7 278 0 0,69-10 0 0 0,-53 21 272 0 0,-60 2-795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17.956"/>
    </inkml:context>
    <inkml:brush xml:id="br0">
      <inkml:brushProperty name="width" value="0.05" units="cm"/>
      <inkml:brushProperty name="height" value="0.05" units="cm"/>
    </inkml:brush>
  </inkml:definitions>
  <inkml:trace contextRef="#ctx0" brushRef="#br0">1 22 6928 0 0,'-1'-3'131'0'0,"4"2"386"0"0,1 2 281 0 0,-4-1-749 0 0,1 0 0 0 0,0 0 0 0 0,0 0 0 0 0,0 1 0 0 0,-1-1-1 0 0,1 0 1 0 0,0 0 0 0 0,0 0 0 0 0,0-1 0 0 0,-1 1 0 0 0,1 0-1 0 0,0 0 1 0 0,0 0 0 0 0,0 0 0 0 0,-1-1 0 0 0,1 1-1 0 0,0 0 1 0 0,0-1 0 0 0,-1 1 0 0 0,1-1 0 0 0,0 1 0 0 0,-1-1-1 0 0,1 1 1 0 0,0-2 0 0 0,1 1 15 0 0,-1 0 0 0 0,1 0 0 0 0,0 0-1 0 0,-1 0 1 0 0,1 0 0 0 0,0 0 0 0 0,-1 0 0 0 0,1 1 0 0 0,0-1 0 0 0,0 1-1 0 0,0-1 1 0 0,2 1 0 0 0,11-2 137 0 0,-1 2 0 0 0,1 0-1 0 0,0 0 1 0 0,0 1 0 0 0,0 1 0 0 0,18 5-1 0 0,121 39 339 0 0,-130-40-307 0 0,49 9 0 0 0,-39-13-57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20.814"/>
    </inkml:context>
    <inkml:brush xml:id="br0">
      <inkml:brushProperty name="width" value="0.05" units="cm"/>
      <inkml:brushProperty name="height" value="0.05" units="cm"/>
    </inkml:brush>
  </inkml:definitions>
  <inkml:trace contextRef="#ctx0" brushRef="#br0">94 186 96 0 0,'0'-4'0'0'0,"0"-2"0"0"0,0 3 1 0 0,0-1 0 0 0,0 1 0 0 0,1 0 0 0 0,-1 0 0 0 0,1 0 0 0 0,0 0 0 0 0,0 0 0 0 0,0 0 0 0 0,0 0 0 0 0,1 0 0 0 0,-1 0 0 0 0,1 1 0 0 0,0-1 0 0 0,3-4 0 0 0,-3 4 0 0 0,27-49 1384 0 0,-22 41-184 0 0,-7 10-1092 0 0,1 0 1 0 0,0 0 0 0 0,-1 0-1 0 0,1 0 1 0 0,-1 0 0 0 0,1 0-1 0 0,-1 0 1 0 0,0 0 0 0 0,1 0-1 0 0,-1 0 1 0 0,0 0 0 0 0,0 0-1 0 0,1 0 1 0 0,-1-3 0 0 0,0-27 1839 0 0,0 20-589 0 0,0 22-131 0 0,0-7-1158 0 0,-1 1 0 0 0,1 0-1 0 0,-1 0 1 0 0,1 0 0 0 0,-1 0-1 0 0,-2 5 1 0 0,-2 9 30 0 0,-28 144 634 0 0,-11 66 181 0 0,14-97-358 0 0,20-94-302 0 0,1 0 0 0 0,2 0 0 0 0,-3 68 0 0 0,9-87-126 0 0,1-1-1 0 0,1 1 0 0 0,1-1 1 0 0,0 1-1 0 0,2-1 0 0 0,10 34 1 0 0,-5-30 38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23.188"/>
    </inkml:context>
    <inkml:brush xml:id="br0">
      <inkml:brushProperty name="width" value="0.05" units="cm"/>
      <inkml:brushProperty name="height" value="0.05" units="cm"/>
    </inkml:brush>
  </inkml:definitions>
  <inkml:trace contextRef="#ctx0" brushRef="#br0">46 115 96 0 0,'0'-2'443'0'0,"1"-22"2980"0"0,-1 20-3158 0 0,1 0 0 0 0,0 0-1 0 0,0 0 1 0 0,0 0 0 0 0,0 0 0 0 0,4-7 0 0 0,-2 6 11 0 0,-1-1 1 0 0,-1 0-1 0 0,1 1 1 0 0,-1-1-1 0 0,0 0 1 0 0,0 0-1 0 0,0-6 1 0 0,0 11-179 0 0,-1 1-1 0 0,1 0 1 0 0,0 0 0 0 0,0 0 0 0 0,0 0 0 0 0,0 0 0 0 0,0 0-1 0 0,0 0 1 0 0,-1 0 0 0 0,1 0 0 0 0,0 0 0 0 0,0 0 0 0 0,0 0-1 0 0,0 0 1 0 0,1 1 0 0 0,-2 136 1437 0 0,0-117-1413 0 0,1 0 37 0 0,-1-1-1 0 0,-1 1 1 0 0,-1 0-1 0 0,0-1 1 0 0,-2 0-1 0 0,-8 29 1 0 0,11-43-130 0 0,-6 10 104 0 0,1 1 1 0 0,1 0-1 0 0,0 0 1 0 0,1 0-1 0 0,1 0 1 0 0,1 1-1 0 0,-1 23 1 0 0,4-31-47 0 0,-1-8-63 0 0,0 0 0 0 0,1 0 0 0 0,-1 0-1 0 0,0 0 1 0 0,0 1 0 0 0,0-1-1 0 0,0 0 1 0 0,0 0 0 0 0,0 0 0 0 0,0 0-1 0 0,0 0 1 0 0,0 0 0 0 0,-1 0-1 0 0,1 0 1 0 0,0 0 0 0 0,-1 0 0 0 0,1 0-1 0 0,-1 0 1 0 0,1 0 0 0 0,-1 0-1 0 0,1 0 1 0 0,-1 0 0 0 0,0 0-1 0 0,0 0 1 0 0,0 1 0 0 0,-17 14 552 0 0,14-12-352 0 0,10-9-17 0 0,11-17 29 0 0,-15 18-227 0 0,1 1 0 0 0,-1-1 1 0 0,1 1-1 0 0,-1 0 0 0 0,1 0 1 0 0,0 1-1 0 0,3-4 0 0 0,13-7 32 0 0,0 0 0 0 0,1 2 0 0 0,0 0-1 0 0,1 1 1 0 0,1 1 0 0 0,-1 1 0 0 0,1 1-1 0 0,0 1 1 0 0,1 0 0 0 0,-1 2 0 0 0,26-1 0 0 0,40-5 741 0 0,-58 5-523 0 0,-26 4-238 0 0,2-4-4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23.612"/>
    </inkml:context>
    <inkml:brush xml:id="br0">
      <inkml:brushProperty name="width" value="0.05" units="cm"/>
      <inkml:brushProperty name="height" value="0.05" units="cm"/>
    </inkml:brush>
  </inkml:definitions>
  <inkml:trace contextRef="#ctx0" brushRef="#br0">31 0 10656 0 0,'-4'10'422'0'0,"3"-9"-385"0"0,1 0 0 0 0,-1 0 0 0 0,1 0 0 0 0,-1-1 0 0 0,1 1 0 0 0,0 0 0 0 0,-1 0 0 0 0,1 0 0 0 0,0 0 0 0 0,0 0 0 0 0,-1 0 0 0 0,1 0 1 0 0,0 0-1 0 0,0 0 0 0 0,0 0 0 0 0,0 0 0 0 0,0 0 0 0 0,0-1 0 0 0,1 1 0 0 0,-1 0 0 0 0,0 0 0 0 0,0 0 0 0 0,1 0 0 0 0,-1 0 0 0 0,1 1 0 0 0,2 4-30 0 0,-1-4-3 0 0,-1 0 0 0 0,0 1 0 0 0,0-1-1 0 0,-1 0 1 0 0,1 1 0 0 0,0-1 0 0 0,-1 1 0 0 0,1-1 0 0 0,-1 1-1 0 0,0 3 1 0 0,6 42 67 0 0,-2 0 0 0 0,-4 60-1 0 0,-19 199 613 0 0,6-198-301 0 0,7-74-74 0 0,-2 55-1 0 0,9-80-221 0 0,0 1 0 0 0,1-1 0 0 0,0 0 0 0 0,4 13 0 0 0,-3-14 29 0 0,0 0 1 0 0,-1 0-1 0 0,-1 0 0 0 0,1 11 1 0 0,-7 5 637 0 0,5-25-671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24.610"/>
    </inkml:context>
    <inkml:brush xml:id="br0">
      <inkml:brushProperty name="width" value="0.05" units="cm"/>
      <inkml:brushProperty name="height" value="0.05" units="cm"/>
    </inkml:brush>
  </inkml:definitions>
  <inkml:trace contextRef="#ctx0" brushRef="#br0">18 49 10152 0 0,'0'-2'611'0'0,"0"-5"-477"0"0,0-12-1375 0 0,1 18 1217 0 0,0 0 0 0 0,0 0 0 0 0,0 0 0 0 0,0 0 1 0 0,0 0-1 0 0,0 0 0 0 0,0 0 0 0 0,0 1 0 0 0,0-1 0 0 0,0 0 1 0 0,0 1-1 0 0,1-1 0 0 0,-1 0 0 0 0,2 1 0 0 0,10-8-216 0 0,-12 7 222 0 0,-3 16 1594 0 0,-8 22-1128 0 0,2 1-156 0 0,2 0 1 0 0,-1 50-1 0 0,4 88 1804 0 0,3-154-1579 0 0,0-20-457 0 0,0-1 1 0 0,0 1-1 0 0,-1-1 0 0 0,1 0 1 0 0,0 1-1 0 0,-1-1 0 0 0,1 1 0 0 0,-1-1 1 0 0,1 0-1 0 0,-1 1 0 0 0,0-1 0 0 0,0 0 1 0 0,1 1-1 0 0,-2 0 0 0 0,-3 9 977 0 0,5-12-1022 0 0,1 0-1 0 0,-1 0 0 0 0,0 1 0 0 0,1-1 0 0 0,-1 0 0 0 0,1 0 0 0 0,0 1 0 0 0,-1-1 0 0 0,1 0 0 0 0,0 1 0 0 0,-1-1 0 0 0,1 1 0 0 0,0-1 0 0 0,0 1 0 0 0,-1-1 0 0 0,1 1 0 0 0,0 0 0 0 0,0-1 1 0 0,0 1-1 0 0,-1 0 0 0 0,1 0 0 0 0,0-1 0 0 0,0 1 0 0 0,0 0 0 0 0,0 0 0 0 0,1 0 0 0 0,4-1 54 0 0,9-4 131 0 0,0 2-1 0 0,0 0 0 0 0,0 1 0 0 0,25-1 0 0 0,-29 8-17 0 0,-11-4-168 0 0,0-1-1 0 0,1 1 1 0 0,-1-1 0 0 0,1 0 0 0 0,-1 1-1 0 0,1-1 1 0 0,0 1 0 0 0,-1-1 0 0 0,1 0 0 0 0,-1 0-1 0 0,1 1 1 0 0,0-1 0 0 0,-1 0 0 0 0,1 0-1 0 0,0 0 1 0 0,-1 0 0 0 0,1 0 0 0 0,0 1-1 0 0,-1-1 1 0 0,1 0 0 0 0,0-1 0 0 0,-1 1 0 0 0,1 0-1 0 0,0 0 1 0 0,12-5 31 0 0,-1 0 1 0 0,0-1-1 0 0,0 0 0 0 0,0 0 1 0 0,-1-2-1 0 0,0 1 0 0 0,-1-2 0 0 0,17-14 1 0 0,-19 14-75 0 0,0 2 0 0 0,1-1 0 0 0,0 1 0 0 0,1 0 0 0 0,0 1 0 0 0,0 0 0 0 0,0 1 0 0 0,1 0 0 0 0,-1 1 0 0 0,1 0 0 0 0,14-3 0 0 0,-11 6-149 0 0,-12 1 84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8:58:25.150"/>
    </inkml:context>
    <inkml:brush xml:id="br0">
      <inkml:brushProperty name="width" value="0.05" units="cm"/>
      <inkml:brushProperty name="height" value="0.05" units="cm"/>
    </inkml:brush>
  </inkml:definitions>
  <inkml:trace contextRef="#ctx0" brushRef="#br0">30 1 8240 0 0,'6'0'101'0'0,"-9"0"131"0"0,-5 0 204 0 0,7 0-21 0 0,0 0-250 0 0,-1 0 1 0 0,0 0-1 0 0,1 0 1 0 0,-1 0 0 0 0,0 0-1 0 0,1 0 1 0 0,-1 0-1 0 0,0 1 1 0 0,-1 0 0 0 0,-1 75 382 0 0,2 63-100 0 0,4 151 669 0 0,1-261-860 0 0,9 41-1 0 0,-7-51-117 0 0,-2 0-1 0 0,0 0 0 0 0,-1 0 1 0 0,-1 1-1 0 0,-2 31 1 0 0,-9 21 156 0 0,5-47-207 0 0</inkml:trace>
</inkml:ink>
</file>

<file path=ppt/ink/ink47.xml><?xml version="1.0" encoding="utf-8"?>
<inkml:ink xmlns:inkml="http://www.w3.org/2003/InkML">
  <inkml:definitions>
    <inkml:context xml:id="ctx0">
      <inkml:inkSource xml:id="inkSrc0">
        <inkml:traceFormat>
          <inkml:channel name="X" type="integer" max="18176" units="cm"/>
          <inkml:channel name="Y" type="integer" max="11008" units="cm"/>
          <inkml:channel name="F" type="integer" max="4096" units="dev"/>
          <inkml:channel name="T" type="integer" max="2.14748E9" units="dev"/>
        </inkml:traceFormat>
        <inkml:channelProperties>
          <inkml:channelProperty channel="X" name="resolution" value="588.22009" units="1/cm"/>
          <inkml:channelProperty channel="Y" name="resolution" value="632.64368" units="1/cm"/>
          <inkml:channelProperty channel="F" name="resolution" value="0" units="1/dev"/>
          <inkml:channelProperty channel="T" name="resolution" value="1" units="1/dev"/>
        </inkml:channelProperties>
      </inkml:inkSource>
      <inkml:timestamp xml:id="ts0" timeString="2026-02-11T08:58:40.540"/>
    </inkml:context>
    <inkml:brush xml:id="br0">
      <inkml:brushProperty name="width" value="0.05292" units="cm"/>
      <inkml:brushProperty name="height" value="0.05292" units="cm"/>
      <inkml:brushProperty name="color" value="#FF0000"/>
    </inkml:brush>
  </inkml:definitions>
  <inkml:trace contextRef="#ctx0" brushRef="#br0">3404 13389 941 0,'-4'-1'0'0,"4"1"0"0,0-4 0 0,0 4 2 16,0 0 2-16,0 0-2 0,0-3 1 0,0 3 29 16,0-4-1-16,0 4 1 0,0-2 0 0,0 2-6 15,0-5 0-15,0 5-1 0,0-7 1 0,0 7-13 0,-1-15 0 0,1 15 1 16,0-14-1-16,0 14-4 0,0-12 0 16,0 12 0-16,5-12 0 0,-5 12-1 0,4-12 0 15,-4 12 0-15,4-9-1 0,-4 9-2 0,0-3-1 16,0 3 1-16,0-4 0 0,0 4-1 0,0-3 0 0,0 3 0 15,0 1 0-15,0-1-2 0,0 9 2 16,0-9-1-16,5 17 0 0,-3 6 0 0,2 4-1 0,-2 1 0 16,-2 0 0-16,0 0 2 0,0-1 0 0,0 1 0 15,-2 1 0-15,-2-4 2 0,-3 4-1 0,1-3 1 16,0 2 0-16,-1-2 0 0,-4 1 1 0,3-3 0 0,-3 1 1 16,4-3 1-16,1 1 0 0,1-3 0 15,-1 1 0-15,0-2 1 0,3 0 0 0,-1-1 0 16,2-3 1-16,-2 1 0 0,2-2 1 0,-3-2-1 15,3-2 0-15,-2 1 1 0,4-5 1 0,0 3-1 0,0 0 0 16,0-1 1-16,-2 1-1 0,2-2 0 0,0-2 2 16,0-5-2-16,0 12 2 0,0-12-1 0,0 5 1 0,0-5-2 15,6 7 1-15,-6-7 1 0,4 4-1 0,-4-4-1 16,0 5 0-16,0-5 0 0,0 2 1 0,0-2-4 16,0 3 1-16,0-3 0 0,0 2 0 0,0-2-1 0,0 0 1 15,0 0-1-15,0-2 1 0,0 2-3 16,0-3 0-16,0 3-1 0,0-2 2 0,0 2-1 0,5-10 0 15,1 3-1-15,-6-4 2 0,6 1-2 16,-5-2 1-16,3 0-1 0,2 0 1 0,-4 0-1 16,3-1-1-16,1 5 1 0,1-3 1 0,-1 1-3 0,-1 1 1 15,3 1-1-15,-1-3 2 0,-1 3-2 0,3-1 2 16,-1 0-1-16,3-3 1 0,-4 4-2 0,4-5 1 0,2-2-1 16,1-1 1-16,0-1 2 0,3 0-1 15,0-1 1-15,2 1 1 0,1 0 0 0,-1 1 1 16,-1 1 0-16,1-1 0 0,0-1-6 0,-3-2 0 15,-1 1 1-15,2 5 0 0,-4 0-4 0,2 1 1 0,2 2 1 16,-4 3-1-16,-2 4-1 0,-4 1 0 16,-7 2 0-16,12 0 0 0,-12 0-3 0,5 2 2 0,-3 6-1 15,-2 4 1-15,4 6-4 0,-4 2 2 0,-4 5 0 0,-3 1-1 0,-5 1-1 16,-1 3-1-16,2-1 1 16,2-1-1-16,-6-2 1 0,6-2 1 0,3-3-1 0,1 0 2 0,5-1 1 15,1-1 0-15,3-5-1 16,-4-2 1-16,0-3 1 0,0-4 1 0,0-5-1 15,0 5 1-15,0-5 0 0,0 6 0 0,0-6 0 16,0 5 1-16,0-5 1 0,2 7 0 0,-2-7 1 0,9 3-1 16,-9-3 4-16,2 4-1 0,-2-4 1 0,6 3 1 0,-6-3-2 0,7 3 1 15,-7-3-1-15,6 4 1 0,-6-4-5 16,5 3 1-16,-5-3-1 0</inkml:trace>
  <inkml:trace contextRef="#ctx0" brushRef="#br0" timeOffset="785.45">4237 13471 1042 0,'2'0'0'0,"-2"0"0"16,6 1 0-16,-6-1 17 0,-4 0 1 16,4 0 0-16,-2 0 0 0,2 0-5 0,0 0 1 0,0 0-1 15,0 0 2-15,0 0-7 0,-6 6-1 0,6-6 1 16,-2 5 0-16,2-5-7 0,-5 8 1 0,5-8 1 16,-6 14-1-16,6-14-2 0,-13 12 1 0,13-12 0 0,-18 23 0 15,18-23 2-15,-21 31-1 0,10-12 0 16,5 2 0-16,1-4 5 0,-3 2 1 0,1 2 0 15,-2 1 0-15,1 3 4 0,2-1 1 0,-1 0 0 16,3 0 0-16,4 1 7 0,0 1 2 0,4-4-2 0,-2 2 1 16,3-1 2-16,3-2-1 0,-2-1 1 0,-1-1 0 0,1 0-1 15,-1-5-1-15,3 2 0 16,-1-2 0-16,3-2 1 0,-5-2 0 0,3-1 0 0,-3-1 0 0,1-1-4 0,-3-1 1 16,-3-6-1-16,12 8 1 15,-12-8-4-15,11 5 0 0,-11-5 0 0</inkml:trace>
  <inkml:trace contextRef="#ctx0" brushRef="#br0" timeOffset="1765">4492 13656 841 0,'-3'2'0'0,"3"-2"0"16,0 1 0-16,0-1 8 0,-2-3 0 0,2 3 0 0,0-4 1 16,0 4 0-16,0 0 0 0,0 0 0 0,0 0 1 0,0 0-8 0,0 0 1 0,0 0 1 15,0-1-1-15,0 1-5 16,0-4 1-16,0 4-2 0,-6-3 2 0,6 3-4 16,-2-4 0-16,2 4 0 0,-5-5 0 0,5 5-2 15,-10-3 1-15,10 3-1 0,-7-4 0 0,7 4 7 16,-2-3 0-16,2 3 0 0,-4-4 0 0,4 4 5 0,-2 0 0 15,2 0 1-15,0 0 0 0,0 0 9 0,0 0 1 16,0 0 0-16,0 0 0 0,0 0 8 0,0 0 0 16,0 0-1-16,0 0 2 0,0 0-3 0,0 0 1 15,0 0-1-15,0 0 2 0,0 0-5 0,0 0 0 0,0 0 0 16,0 0 1-16,0 0-2 0,0 0 1 0,0 0-1 16,0 0 1-16,0 0-5 0,0 0-1 0,0 0 1 15,0 0-1-15,0 0-2 0,0 0 2 0,0 0-2 16,0 0 1-16,0 0-3 0,0-1 1 0,0 1-1 15,0 0 1-15,0 0-5 0,0 0 1 0,0 0-2 16,0 0 2-16,0 0-4 0,0 0 0 0,0 0 0 0,0 0 2 16,0 0-2-16,0 0 0 0,0 0 0 0,0 0 1 15,0 0-3-15,0 0 1 0,0 0 0 0,0 0 0 16,0 0-1-16,0 0 0 0,0 0 0 0,0 0 1 16,0 0-1-16,0 0 0 0,0 0 0 0,0 0 1 15,0 0-1-15,0 0 0 0,0 0 0 0,0 0 1 0,0 0-1 16,0 0 0-16,0 0 0 0,0 0 0 15,0 0 0-15,0 0 0 0,0 0 0 0,0 0 0 0,0 0 0 0,0 0 0 16,0 0 0-16,0 0 0 16,0 0-1-16,0 0 1 0,0 0 0 0,0 0 0 0,0 0-1 15,0 0 1-15,0 0-1 0,0 0 1 0,0 0-1 0,0 0 1 16,0 0-1-16,0 0 1 0,0 0-1 0,0 0 1 16,0 0-1-16,0 0 1 0,0 0-2 0,0 0 2 0,0 0 0 15,0 0 0-15,0 0 0 0,0 0 0 16,0 0 0-16,0 0 2 0,0 0-1 0,-3 5 0 0,3-5 0 15,-2 7 1-15,2-7 2 0,-2 7-1 16,2-7 0-16,0 15 2 0,0-15-1 0,0 26 2 16,0-9-1-16,0 4 1 0,0 0 1 0,0 0 0 0,0 1-1 15,0-3 1-15,0 0 0 0,0-1 1 16,-4-3-2-16,2 2 2 0,2 1-1 0,-3-1 0 0,1 0-1 16</inkml:trace>
  <inkml:trace contextRef="#ctx0" brushRef="#br0" timeOffset="2816.2">4599 13664 225 0,'0'0'0'0,"0"0"0"0,7 0 0 0,-7 0 157 0,6-6 1 0,-6 6 1 16,13-7-1-16,-13 7-123 16,16-12-1-16,-16 12 1 0,13-16 0 0,-13 16-35 15,15-21 0-15,-15 21 0 0,19-19 0 0,-19 19-29 16,17-12 0-16,-17 12-1 0,11-12 2 0,-11 12-62 15,13-7-1-15,-13 7 0 0,7-3 1 0,-7 3 52 0,8-4 0 16,-8 4-1-16,9 0 1 0,-9 0 34 0,8-2-1 16,-8 2 1-16,5 0 1 0,-5 0 3 0,6 2 1 15,-6-2-1-15,7 7 1 0,-7-7 10 0,6 7 0 0,-6-7 0 16,5 14 2-16,-5-14 20 0,-3 24 2 0,3-24-1 16,-8 24 1-16,8-24 7 0,-13 24 2 15,13-24 0-15,-13 21 0 0,13-21-2 0,-11 19 1 0,11-19 0 16,-13 12 0-16,13-12-6 0,-17 14 0 0,17-14 0 15,-15 14 0-15,15-14-11 0,-13 14 0 0,13-14 0 16,-11 9 1-16,11-9-11 0,0 5-1 0,0-5 1 16,-4 3 1-16,4-3-9 0,0 4-1 0,0-4 1 15,0 3 1-15,0-3-5 0,0 4 0 0,0-4 0 16,4 5 0-16,-4-5-2 0,11 2 0 0,-11-2 1 16,19 0 0-16,-19 0-2 0,32-2 1 0,-32 2 1 0,31-4-1 15,-31 4 0-15,19-7 2 0,-19 7-1 16,13-7 0-16,-13 7 1 0,11-6-1 0,-11 6 0 0,13-7 2 15,-13 7-2-15,11-2 2 0,-11 2-2 16,10-5 2-16,-10 5 1 0,9-4 1 0,-9 4 0 0,4 2 0 16,-4-2-1-16,3 7 2 0,-3-7 0 0,6 7 0 15,-6-7 1-15,0 21 1 0,0-21-1 0,-11 32 1 16,3-11 0-16,-5 0 1 0,-2 0 1 0,2-2-1 0,0 0-1 0,0-4 1 16,-3 3-1-16,1-6 1 0,2 0-2 15,1-2 0-15,-1-1 0 0,0-2 0 0,8-4 0 0,-1-1 0 16,6-2 0-16,-13 2 0 0,13-2-3 15,-11-4-1-15,11 4 1 0</inkml:trace>
  <inkml:trace contextRef="#ctx0" brushRef="#br0" timeOffset="3416.77">5158 13521 1206 0,'-4'0'0'0,"4"0"0"0,0 0 0 0,0 0 13 0,-2 0 2 16,2 0-1-16,-6 0 1 0,6 0 9 0,-2 0 0 0,2 0 1 15,0 0 0-15,0 0-12 0,0 0 2 16,0 0-2-16,0 0 2 0,0 0-12 0,2 5 1 0,-2-5-1 16,8 5 1-16,-8-5-4 0,9 7 2 15,-9-7-1-15,13 7 0 0,-13-7-1 0,19 19 0 0,-19-19 0 16,20 30 0-16,-9-13-2 0,2 4 0 15,1-4 0-15,-3 0 1 0,-6 2-1 0,-3 0 1 0,2 0-2 16,-2 2 2-16,1 2-1 0,-1-1 1 0,-2-1 0 16,-2 1 0-16,-3-1 1 0,-4 2 0 0,-1 1 0 15,-1-3 0-15,-6 3 0 0,2 2 1 0,-3 0-1 16,-5-2 1-16,3-2 2 0,-1 1 2 0,-3-2-2 16,2-2 2-16,1-2-3 0,-3-3 1 0,7 2 1 15,2-1-1-15,2-3-2 0,0 0 1 0,2 0-1 16</inkml:trace>
  <inkml:trace contextRef="#ctx0" brushRef="#br0" timeOffset="5384.26">6939 12237 313 0,'-4'0'0'15,"4"0"0"-15,0 0 0 0,0 0 86 0,-2-4 2 16,2 4-2-16,-5 0 1 0,5 0-58 0,-4 0 0 0,4 0-1 16,-2 0 1-16,2 0-16 0,-6 0 2 0,6 0 0 15,-1 0-1-15,1 0-12 0,0 0 2 0,0 0-2 16,0 0 1-16,0 0-3 0,-4 0 0 0,4 0 0 16,-2-1 2-16,2 1-2 0,0 0 0 0,0 0 0 15,0-2 0-15,0 2 0 0,0 0 0 0,0 0 0 16,0-2 0-16,0 2 0 0,0 0 0 0,0 0 0 15,0-3 1-15,0 3 2 0,6-4 1 0,-6 4 1 0,18-3-1 16,-18 3 8-16,26-2-1 0,-26 2 0 16,30-5 0-16,-30 5 13 0,21-4-1 0,-21 4 1 15,18 0 0-15,-18 0 3 0,17 0-1 0,-17 0 1 0,13 0 1 16,-13 0-12-16,11 0 0 0,-11 0 0 0</inkml:trace>
  <inkml:trace contextRef="#ctx0" brushRef="#br0" timeOffset="5852.27">6887 12410 992 0,'0'-4'0'0,"0"4"0"0,0 4 0 0,0-4 6 0,-2 3 2 0,2-3 0 15,0 0 0-15,0 0 9 0,0 0-1 0,0 0 1 0,0 0 1 16,0 0-1-16,0 0 0 0,0 0 0 0,0-1 0 16,0 1-6-16,0 0 1 0,0 0-1 0,5-2 2 15,-5 2-3-15,6 0 0 0,-6 0 0 0,6-4 0 16,-6 4 0-16,13 0 1 0,-13 0 0 0,7-1 0 15,-7 1-1-15,7 0 0 0,-7 0 0 0,14-2 0 16,-14 2-2-16,22 0 1 0,-22 0 0 0,19 0 0 16,-19 0-2-16,18 0-1 0,-18 0 1 0</inkml:trace>
  <inkml:trace contextRef="#ctx0" brushRef="#br0" timeOffset="6768.83">5687 13775 1080 0,'0'0'0'0,"0"0"0"16,0 0 0-16,0 0 1 0,0-3 2 16,0 3-1-16,0 0 0 0,0 0-2 0,5 0 1 0,-5 0-1 15,6 0 1-15,-6 0 6 0,5 0 0 16,-5 0-1-16,2 0 2 0,-2 0-1 0,11 0 0 0,-11 0 0 15,14 0 0-15,-14 0 2 0,11 0 0 16,-11 0 0-16,13 5 0 0,-13-5 4 0,11 5-1 0,-11-5 0 16,13 4 1-16,-13-4 0 0,20 3 2 15,-20-3-1-15,36 4 1 0,-12-4-3 0,2-4 2 16,-2 1-1-16,-5-1 1 0,0 1 0 0,-1-2 1 0,-3-1-1 0</inkml:trace>
  <inkml:trace contextRef="#ctx0" brushRef="#br0" timeOffset="7117.71">5728 14054 1381 0,'-6'-2'0'0,"6"2"0"16,-4-7 0-16,4 7 22 0,-2-5 1 15,2 5-1-15,6-9 1 0,-6 9 23 0,2-3 0 0,-2 3 0 16,13-7 0-16,-13 7-6 0,22-12 2 15,-22 12-2-15,26-14 2 0,-26 14-27 0,27-14 2 0,-27 14-1 16,29-7 1-16,-29 7-7 0,30 0 0 16,-30 0 0-16,19 2 0 0,-19-2-10 0,13 14 1 0,-13-14 0 15,13 14 0-15,-13-14-2 0,13 19 1 0,-13-19 0 0</inkml:trace>
  <inkml:trace contextRef="#ctx0" brushRef="#br0" timeOffset="8384.06">6635 13756 1192 0,'0'0'0'16,"0"0"0"-16,0 0 0 0,0 0 8 0,-6-3 0 16,6 3 0-16,-3 0 1 0,3 0 12 0,-2 0 2 0,2 0-2 15,-6 0 1-15,6 0-1 0,-2 0-1 16,2 0 0-16,-5 5 1 0,5-5-9 0,-4 5 0 0,4-5-1 16,-2 2 2-16,2-2-6 0,-5 0 2 0,5 0 0 15,-2 0 0-15,2 0-3 0,-6 0 1 16,6 0-2-16,2 0 2 0,-2 0-3 0,4-2 1 0,-4 2-1 15,9-5 2-15,-9 5-3 0,24-7 1 0,-5 0-1 16,3 2 2-16,3 0-2 0,1 0 0 0,-2 1 1 16,0 2 0-16,-3 1 0 0,-3-1-1 0,1 0 0 15,-2 2 2-15,-4-3-3 0,0 1 1 0,-2 2 1 16,-4 0-1-16,-7 0-3 0,12 0 1 0,-12 0 0 16,7 0 1-16,-7 0-2 0,6 0 0 0,-6 0 0 15,7 0 1-15,-7 0-1 0,2 5 1 0,-2-5-1 0,4 5 1 16,-4-5 0-16,0 6 0 0,0-6 0 15,-6 12 0-15,-1-2 2 0,-3-1 0 0,-3 3-1 0,-2 2 2 0,-3-1 0 16,-1 1 2-16,2 0-2 0,4-2 2 16,6-1 6-16,-3-1 2 0,3 0-1 0,0-1 1 0,1-2-3 15,-1-2 1-15,1 4 0 0,0-2 1 0,6 1-5 16,-2 1 0-16,-3 0-1 0,5-8 2 0,0-1-4 16,-6 6 0-16,6-6 1 0,0 3 0 0,0-3-4 15,0 2 1-15,0-2 1 0,0 0-1 0,0 0-2 16,6 0 1-16,-6 0 0 0,13-4 0 0,-7 3-2 0,1-1 0 15,-1 0 0-15,5 0 1 0,-2 2-1 16,2 0 0-16,0-1 0 0,-1 1 0 0,1-4 0 0,0 1 0 16,0 1 0-16,-3 2 0 0,-1 0 0 0,-1 0 0 0,-6 0 0 15,5 0 0-15,-5 0 0 0,12 0 0 16,-5 0 0-16,-1 0 0 0,-6 0 0 0,13 0 0 0,-13 0 0 16,11 0 0-16,-11 0 0 0,9 5 0 0,-9-5 0 15,6 5 1-15,-6-5-1 0,5 4 0 16,-5-4 0-16,-5 9 1 0,3-2-1 0,-4 1 1 0,-1 4-1 15,-4 4 1-15,-1 3-1 0,1 2 1 0,2-2-1 16,-4-2 2-16,-4-1-1 0,4-3 0 0,-4 1 0 16,2-2 0-16,4 2-1 0,-2-2 1 0,-4 0 0 15,3-1 0-15,0-1-1 0,-2-3 2 0,-1 0-1 16,4 0 0-16,4-7-1 0,-3 0 0 0,5 0 0 16</inkml:trace>
  <inkml:trace contextRef="#ctx0" brushRef="#br0" timeOffset="11451.93">17425 7211 24 0,'-2'-3'0'0,"2"3"0"16,2 7 0-16,-2-7 0 0,2 12 1 0,-2-12-1 16,0 5 1-16,0-5 31 0,0 3-1 0,0-3 1 15,0 0 0-15,0 0 27 0,0 0-1 0,0 0 0 16,0-3 2-16,0 3 14 0,0 0 1 0,0 0 0 15,0 0 0-15,0 0-43 0,0 0 0 0,0 0 0 16,0 0 0-16,0 0-9 0,0 0-1 0,0 0 1 16,0 7 0-16,0-7 2 0,0 21 1 0,0-21 0 0,4 26-1 15,-4-26 0-15,5 27 0 0,-5-27-1 0,10 25 1 16,-10-25 1-16,17 22 0 0,-17-22 0 0,18 21-1 16,-18-21-3-16,19 21-1 0,-19-21 0 0,24 19 1 0,-24-19-9 15,30 13 1-15,-30-13-1 0,28 11 2 0,-28-11-4 16,35 10 1-16,-35-10-1 0,26 11 2 15,-26-11-3-15,23 10 0 0,-23-10 0 0,29 7 1 0,-8-7-4 16,-2 0 1-16,3 0 0 0,2-4 0 0,2 3-1 0,2-1 2 16,0 0 0-16,0 2 0 0,2-3 9 0,2 3 0 15,-5-4 0-15,3 3 0 0,2-1 5 0,2 0-1 16,-1 2 1-16,-3 0-1 0,0 0-9 0,-2 0 2 16,3 2-2-16,1 0 2 0,5-1-3 0,2-1 1 15,-1 0-1-15,-5-1 0 0,-1 1 5 0,-2 0 1 16,-2-2 0-16,0 0 0 0,0-3 2 0,-2 2 2 0,0-1-1 15,-4-5 0-15,2 2-9 0,-1-1 0 16,1-1-1-16,2-3 1 0,4 3-6 0,-2-3 1 0,0 4 0 16,0-4-1-16,1 3-1 0,1 2 0 0,-2 2 1 15,0-4 0-15,0 0-2 0,-2-1 1 0,0 5-1 16,-3-2 1-16,-1 2-5 0,0 0 1 0,-1 1-1 16,-3-5 1-16,1 3-1 0,-2-3 0 0,0 0 0 15,-1 2 0-15,1 2-1 0,0 0 0 0,-2 1-1 0,-2-4 1 16,0 1-1-16,0-2 1 0,0 1-1 15,-2-1 1-15,4 2-2 0,0 2 1 0,0-4 0 0,0 1 0 0,0-5-1 16,0-2 1-16,0 1 0 0,-1-2 1 16,1 4-2-16,0-3 1 0,-4 1 0 15,-1-3 0-15,-1 1 1 0,-5 4-1 0,1-2 1 0,1 2 1 0,0 5-1 16,-3-2 1-16,1 1-1 0,0-4 1 16,1 3-1-16,-5 0 1 0,4-1-1 0,0-2 1 0,-1 0-1 0,5-2 1 15,-4 2 0-15,-1 0 0 0,1-2-1 16,-2 2 1-16,0 0 0 0,2-1 0 0,-4 1 0 15,1-2 0-15,1 1 0 0,-2-1 0 0,0-5 0 16,0 0 0-16,0 3 0 0,0-1 0 0,-2-2 0 0,1 1 0 16,1-2 0-16,-4 1 0 0,2 1 0 15,0 1 0-15,-2 0 0 0,-1 1 1 0,-1-1-1 0,-1 5 0 16,-1 0 0-16,1 0 0 0,-1-1 0 0,1 1 0 0,-2 4 0 16,-3-1 0-16,1-3-1 0,0 0 1 15,2 0-1-15,-4 0 1 0,0 3-3 0,2 0 2 0,-4-3 0 16,2 3 0-16,3 6-1 0,-3-2-1 15,2-4 1-15,0 2 1 0,2 2-1 0,1-5 0 16,1-1-1-16,-5 1 1 0,1 0 0 0,-4-3 1 16,2 1-2-16,0 0 2 0,0 0 0 0,0 0 0 0,0 3 0 15,-2 1 0-15,0-4 0 0,-1 3 1 0,-3-3 0 16,0 0 0-16,1 0-1 0,-1-1 1 0,0 5-2 16,1-1 2-16,-1 0-1 0,1 3 0 0,-3 0 0 0,1-2 1 15,-3 4-1-15,-1-4 0 0,0 1 0 16,-2 1 0-16,0 0-2 0,-4 4 2 0,4-2-1 0,0-1 1 15,1 2-1-15,1-1-1 0,-2 1 1 16,4-2 0-16,1 1-1 0,1-1 0 0,-3-2 1 0,1 2 0 16,-2 1-2-16,0-4 2 0,-3 1 0 15,1 2 0-15,0-4-2 0,-5 2 2 0,1 2-1 0,-2 0 0 16,0 1 1-16,-1 1 0 0,-1 3 0 0,3 0 0 0,-3 0-1 16,1 3 2-16,-1 1 0 0,1-3 0 15,-1 3 0-15,0-4 0 0,3 3 0 0,3-1 1 0,-4 1-2 0,0 1 1 16,3 1 0-16,-3 2 0 15,4 2 0-15,0-6 1 0,0 2 0 0,0 1 0 0,4 0 0 16,5-2 0-16,1 1 0 0,-7 0 0 0,3 2 0 16,0-3 1-16,1 1 0 0,3 2 0 0,-1-2 0 0,-2-2 1 15,1 3-1-15,-2 1 1 0,-1 1-1 16,1 1 1-16,-8 6 1 0,2-4-1 0,-2 4 2 0,1-2 2 16,8-1-1-16,-3 0 1 0,3 0 2 15,1-3 0-15,-3 3 0 0,1 0 0 0,2 0 2 0,-3 2 0 16,3-6 0-16,-1 3 0 0,1-1 0 0,-3 1 0 15,7-3 0-15,-1 1 0 0,0-1-1 0,0 1 0 16,-1 3 0-16,-1-3 0 0,2 3-2 0,2 0 1 16,2-5 0-16,-2 2 0 0,6-1-2 0,-4 1 1 15,0 3 0-15,2 0-1 0,-2 0-1 0,0-1 1 0,2 1-1 16,-1 3 1-16,5-2-3 0,-4 2 0 0,3 2 1 16,-1-1-1-16,0 1 2 0,-1 1-1 0,7-6 1 15,-3 0 0-15,-1 2 1 0,1-2 1 0,0 0-1 16,3 0 1-16,-1 0 1 0,0 0 0 0,2 0 0 15,-3 0 1-15,1 2 0 0,2 2 0 0,0-4 0 16,0 0 0-16,1 0-4 0,-1-1 2 0,2 2-1 0,0 1 0 16,0 2-2-16,0-4 0 0,0 0-1 0,0 2 2 15,0-2-3-15,0 0 0 0,0 0 1 0,0-1 0 0,0 1-3 16,0 0 1-16,0 0-1 0,0 0 1 16,0 0-1-16,2 0 0 0,1 2 0 0,1-2 0 0,2 4 0 15,-1-4 0-15,8 9 0 0,0 0 0 16,2-4-1-16,0 2 1 0,-2-5 0 0,0 1 0 0,0 1 0 15,-2 1 0-15,1-5 0 0,-1 2 0 0,2 2 1 16,-2-4 2-16,-4-4-2 0,-1-2 1 0,-6-6 1 16,9 10 1-16,1-1-1 0,-1-1 0 0,0 1 2 15,4 3 0-15,2 0 0 0,0 0 1 0,2 0-1 0,0 1 2 16,1-3-1-16,1-1 0 0,0-2 1 0,1-2 0 16,8 2-1-16,-6-2 2 0,5 2-3 0,-1-4 0 15,2 2 0-15,1 1 1 0,1 1-3 0,-2-4 1 0,6 6 0 16,-5-4 0-16,3 2-4 0,0 1 0 15,-4 1 0-15,0-2 0 0,-2 2-3 0,0-1 1 0,-4 1-1 16,-1-2 1-16,-1 0-7 0,1 0 1 16,7 0 0-16,-2-2 1 0,2 0-6 0,-2 2 1 0,9-4 0 15,2 3 0-15,-3-6-1 0,3 0-1 0,4-4 1 16,-3 2-1-16,1 1 1 0,0-1 0 0,0 2-1 16,0-4 1-16,0-1 1 0,0 2 1 0,0 3 0 15,1-4 1-15,1 4 3 0,0 0 2 0,-6 0-1 16,0 0 0-16,-3 0 2 0,0 0-1 0,-2 0 1 15,-4-1-1-15,0-1 1 0,0 0 0 0,-4-1 0 16</inkml:trace>
  <inkml:trace contextRef="#ctx0" brushRef="#br0" timeOffset="13447.38">7470 13690 752 0,'-2'-1'0'0,"2"1"0"0,0 0 0 0,0 0-1 15,-4 0 1-15,4 0 0 0</inkml:trace>
  <inkml:trace contextRef="#ctx0" brushRef="#br0" timeOffset="13734.62">7431 13677 12 0,'0'0'0'0,"0"0"0"0,0 0 0 0,0 0 0 0,2 0 0 15,-2 0 0-15,3 0 0 0,-3 0 4 16,6 0 2-16,-6 0 0 0,2 0-1 0,-2 0 65 16,0 0 0-16,0 0 0 0,0 0 1 0,0 0-35 15,-2-2 0-15,2 2-1 0,0 0 2 0,0 0 12 0,0 0-1 0,0 0 0 16,0 0 2-16,0 0-1 15,0 0 0-15,0 0 1 0,0 0-1 0,0 0-8 0,0 0-1 0,0 0 0 16,0 0 1-16,0 0-10 0,0 0 1 0,0 0-1 16,-6 2 2-16,6-2-8 0,-11 15 1 15,11-15 0-15,-24 33 0 0,11-10-3 0,-6 3 1 0,6-1-1 16,0 1 2-16,2-3 5 0,-2 1 1 16,2 0-1-16,-2 2 0 0,0 2 3 0,-6 1-1 15,6 1 1-15,-4-2 1 0,4-2 7 0,-4-1 1 16,2 1-1-16,2-1 2 0,2 1-9 0,-2 0 0 0,2-2 1 15,0-3 0-15,2-2-8 0,-1-4 0 0,1-3 0 16,3-1 1-16,6-11-9 0,-5 7 1 0,5-7-1 16,0 3 1-16,0-3-8 0,0 2-1 0,0-2 0 15</inkml:trace>
  <inkml:trace contextRef="#ctx0" brushRef="#br0" timeOffset="14284.29">7207 13671 1356 0,'-4'-1'0'16,"4"1"0"-16,-1 1 0 0,1-1 18 0,0 2 0 0,0-2 0 16,-6 0 1-16,6 0 4 0,-2 0-1 0,2 0 1 15,-6 0 0-15,6 0-7 0,0 0 1 0,0 0-2 16,-3 0 2-16,3 0-10 0,-2 7 1 0,2-7 0 16,-6 14-1-16,6-14-2 0,-5 14 1 0,5-14-1 15,-2 19 1-15,2-19 1 0,5 21-1 0,-5-21 1 16,8 20 0-16,-8-20 2 0,5 19 0 0,-5-19 0 15,14 21 1-15,-14-21 0 0,13 17 1 0,-13-17 0 16,13 21 1-16,-13-21-2 0,16 18 1 0,-16-18 0 16,13 24 0-16,-13-24-1 0,21 26 2 0,-21-26-2 0,22 31 1 15,-22-31-1-15,30 26 0 0,-30-26 0 0,22 24 0 16,-22-24-2-16,15 24 1 0,-15-24-1 0,10 26 1 0,-10-26-2 16,11 31 1-16,-11-31-1 0,11 30 1 0,-11-30-4 15,6 27-1-15,-6-27 0 0</inkml:trace>
  <inkml:trace contextRef="#ctx0" brushRef="#br0" timeOffset="14967.87">7703 13772 1332 0,'-4'-4'0'0,"4"4"0"0,0-1 0 0,0 1 11 0,0-6 1 15,0 6 0-15,0-3 1 0,0 3 4 0,0-4-1 16,0 4 1-16,0-3 0 0,0 3 0 0,0-3 0 15,0 3 0-15,0-4 1 0,0 4-8 0,0-3 1 16,0 3-1-16,0 0 1 0,0 0-3 0,0 0 0 16,0 0 0-16,0 0 0 0,0 0 0 0,0 1-1 0,0-1 1 15,6 19 0-15,-1 0-1 0,-3 6 0 0,2 1-1 16,-4-4 2-16,2 4-1 0,1 0 1 0,-3-2-2 16,0 1 2-16,0-3 2 0,0-1 0 0,0 1 1 15,0-4-1-15,-3 1 1 0,1 0 0 0,2-4 0 16,0-1 1-16,0-2-2 0,5-1 1 0,-3-6 0 0,-2 0 0 15,0-5-1-15,0 7 1 0,0-7-1 16,0 7 1-16,0-7-3 0,6 7 0 0,-6-7-1 0</inkml:trace>
  <inkml:trace contextRef="#ctx0" brushRef="#br0" timeOffset="15799.59">7923 13751 1180 0,'0'0'0'0,"0"0"0"0,0 0 0 0,0 0 30 0,0-5 2 16,0 5-1-16,0-4 1 0,0 4-28 15,5-3 1-15,-5 3-1 0,6-5 2 0,-6 5-9 0,0-4 2 16,0 4 0-16,0-3 0 0,0 3-22 16,0-4-1-16,0 4 0 0,0-3 1 15,0 3-18-15,0-2 2 0,0 2-1 0,5-5 0 0,-5 5 12 16,8 0 1-16,-8 0-1 0,17-2 1 0,-17 2 25 0,31 0 1 15,-10 0-1-15,3 0 1 0,-4 0 4 16,3-2 2-16,-5 1-2 0,-3-1 1 0,2-1 4 0,-6-1 1 16,2 2-1-16,-5 2 1 0,-1-3 7 0,-1 1 0 15,-6 2-1-15,11-3 1 0,-11 3 0 0,11 0-1 16,-11 0 1-16,6 0 1 0,-6 0-2 0,7 1 0 0,-7-1 0 16,2 13 1-16,2-5-1 0,-4 3 1 15,-6 1 0-15,1 5 0 0,-3-1 0 0,-3 3 1 0,0 0 0 16,2-7 0-16,-3-2 4 0,-1-1 1 15,4-2 1-15,5 1-1 0,-1-1 1 0,5-1-1 0,0-6 1 16,-6 6 0-16,6-6 0 0,-5 6 0 0,5-6 0 16,-2 3 0-16,2-3-4 0,0 4 0 0,0-4 1 15,0 0 0-15,0 0-9 0,0 0 0 0,0 0 0 0,7-4 2 16,1 1-9-16,3-1 2 0,2-1-1 16,4-2 1-16,-3 0-4 0,3 0 1 0,2 2-1 15,-6 3 0-15,-2 1-2 0,-2 1 1 0,3 0-1 16,-5 0 1-16,4 0-2 0,-5 1 1 0,1 1 0 15,1 3 0-15,1-3-1 0,-2 3 1 0,5 2 0 16,-5 0 0-16,-1 0 0 0,-1 0 0 0,-3 0 0 16,2 0 0-16,-4 0 0 0,-4 0 0 0,2 1 0 0,-3 3 0 15,-1-1 1-15,-5 0 0 0,-2 2 0 0,0 1 1 16,-6 0 1-16,-1-4 1 0,-3 0 1 0,3-2-1 0,1-6-3 0,1-1 2 16,-1 2-1-16,2 0 0 0,6-2-3 15,2-2 1-15,-1 2 0 0,1 2 0 16,3 1-8-16,1-1 0 0,5-2 1 0</inkml:trace>
  <inkml:trace contextRef="#ctx0" brushRef="#br0" timeOffset="16784.34">8754 13966 1255 0,'0'1'0'0,"0"-1"0"0,0 2 0 16,0-2-4-16,0-2-1 0,0 2 1 0,0 0-1 16,0 0-8-16,0-1-1 0,0 1 1 0,5-6-1 15,-5 6-10-15,8-6-1 0,-8 6 0 0,2-14 1 0,-2 14-21 0,9-21 1 16,-9 21 0-16,2-19 0 15,-2 19 10-15,5-11 0 0,-5 11-1 0,2-10 2 0,-2 10 9 0,4-3 2 16,-4 3-2-16,0-2 2 16,0 2 17-16,0 0 1 0,0 0-1 0,0 0 1 0,0 0 4 0,5 0 0 15,-5 0 0-15,8 7 0 0,-8-7 7 16,7 14 1-16,-7-14 0 0,23 10 1 0,-23-10 15 0,26 10-1 16,-26-10 1-16,26 9 1 0,-26-9 5 0,22 5 0 15,-22-5 0-15,23 4 2 0,-23-4 4 0,22-5 1 16,-22 5 0-16,30-7 0 0,-30 7 1 0,31-7 1 0,-31 7-1 15,32-7 2-15,-32 7 7 0,30-7 0 16,-30 7 0-16,22-4 0 0,-22 4-18 0,23-3 2 0,-23 3-1 16,18-2 0-16,-18 2-11 0,19 0 2 0,-19 0-2 15,15 0 1-15,-15 0-7 0,11 2 2 0,-11-2-2 16,11 7 2-16,-11-7 1 0,11 3-1 0,-11-3 1 16,13 4 0-16,-13-4-5 0,10 5 1 0,-10-5 1 15</inkml:trace>
  <inkml:trace contextRef="#ctx0" brushRef="#br0" timeOffset="17250.47">9048 13701 892 0,'0'-2'0'0,"0"2"0"0,0 0 0 0,0 0 37 0,-2-2 1 15,2 2 0-15,-5-5 0 0,5 5 25 0,-2-3 1 16,2 3 0-16,-4-2 0 0,4 2-15 0,0 0 2 16,0 0-2-16,0 0 2 0,0 0-23 0,0 0 1 15,0 0 0-15,-2 0 0 0,2 0-7 0,-5 0-1 0,5 0 0 16,-6 7 0-16,6-7-6 0,-8 19 0 0,8-19-1 16,-16 28 1-16,8-9-1 0,3 1 1 0,3 5 0 15,-4-5 0-15,2-2-2 0,3 3-1 0,-3-1 0 16,4 1 2-16,4 0-3 0,-3-2 0 0,5-2 0 15,-2 0 2-15,-4-1 0 0,0-2 1 0,2-2-1 16,0-2 1-16,1 1 0 0,-1-3 1 0,2 3-1 16,-2-4 1-16,1 1-5 0,-3 1 1 0,2 0-1 15,0-1 2-15,2-1-4 0,-4-2-1 0,0-5 1 0</inkml:trace>
  <inkml:trace contextRef="#ctx0" brushRef="#br0" timeOffset="18167.65">9488 13758 1281 0,'0'0'0'0,"0"0"0"0,0 0 0 0,0 0 33 0,0-4-1 0,0 4 1 16,0-3-1-16,0 3-4 15,0-3 1-15,0 3 1 0,0-4-1 0,0 4-25 0,5-3 1 0,-5 3-1 16,6-6 2-16,-6 6-7 0,6-8 1 16,-6 8 0-16,3-14 0 0,-3 14-6 0,10-14 2 0,-10 14-2 15,7-14 2-15,-7 14-5 0,13-10 0 0,-13 10 0 0,13-11 1 16,-13 11-2-16,22-8 0 16,-22 8-1-16,25-7 2 0,-25 7 4 0,37-4 0 0,-37 4 1 0,32 2-1 15,-32-2 4-15,20 7 1 16,-20-7 0-16,19 4 0 0,-19-4 1 0,11 6 1 0,-11-6-1 15,6 7 1-15,-6-7 1 0,7 7 2 0,-7-7-1 16,6 12 1-16,-6-12 1 0,-4 19 2 0,4-19 0 16,-4 21 0-16,4-21 6 0,-11 24-1 0,11-24 0 0,-17 32 2 15,8-13 6-15,0-4 2 0,-1 1-1 0,-1-2 1 16,4 1 6-16,-5-1 0 0,1 0 0 16,4 0 0-16,1 0 6 0,1-2 1 0,-1 0 0 0,-1 0 0 15,-1 0-2-15,2-2-1 0,1-1 1 0,3 0 1 0,2-2-8 16,-4-4 0-16,4-3-1 15,-2 7 1-15,2-7-9 0,0 7 0 0,0-7 0 0,0 3 0 0,0-3-5 16,6 4 0-16,-6-4 1 0,9 3-1 0,-9-3 0 0,12 4 1 0,-12-4-1 16,13 5 2-16,-2-5-4 15,0 2 2-15,2-1-1 0,-4 1 0 0,1-2-3 0,-5 0 1 0,-5 0 0 16,10 0 1-16,-10 0-7 16,11 0 2-16,-11 0-1 0,11 0 1 0,-11 0-5 15,13 0 1-15,-13 0-1 0,11-2 2 0,-11 2-3 16,9-3 0-16,-9 3 0 0</inkml:trace>
  <inkml:trace contextRef="#ctx0" brushRef="#br0" timeOffset="20966.65">10425 13664 979 0,'0'-3'0'0,"0"3"0"16,2-5 0-16,-2 5 26 0,4-4 1 0,-4 4-1 0,0-1 1 0,0 1 16 15,0 0 1-15,0 0 0 0,0 0 1 16,0 0-14-16,0 0 2 0,0 0-1 0,0 0 1 16,0 0-11-16,-4 7 1 0,4-7-1 0,-2 13 2 0,2-13-7 15,-6 16 1-15,6-16 0 0,-5 21-1 16,5-21 0-16,-2 21 0 0,2-21 0 0,-4 22 1 15,4-22-1-15,4 28 1 0,-4-28-1 0,0 26 1 16,0-26-2-16,0 26 2 0,0-26-1 0,0 27 1 0,0-27-2 16,0 31 1-16,0-13-2 0,-4-3 2 0,2 1-2 15,2 0 0-15,-3-4 1 0,3-4 0 0,0-1-5 0,0-2 1 16,0-5 0-16,-2 4 0 0,2-4-4 0,0 3 1 16,0-3-1-16,0 4 1 0,0-4-3 0,0 0 1 15,0 0 0-15,0-4 1 0,0 4-4 0,2-12 1 0,3-2-1 16,1-6 1-16,-1-8-3 0,3-5 1 15,1 5 0-15,0 2 0 0,1 2-2 0,-1 2 1 16,2 3 1-16,0 3-1 0,2-1 0 0,-1 3 0 0,-5 3 1 16,4 3-1-16,-3 4-1 0,-6-1 1 0,-2 5 0 15,3-3 1-15,-3 3-2 0,6 0 0 0,-6 0 0 16,2 0 0-16,-2 0 0 0,5 1 0 0,-5-1 0 16,2 13 1-16,2-3-2 0,-4 2 1 0,0 2 0 15,0 1 0-15,0 3 0 0,0-3 1 0,0-1 1 16,0-3-1-16,-4-3 0 0,2-1 1 0,2-7 1 0,-3 11-1 15,1-6 3-15,0 2 1 0,-2 1-2 16,2-2 2-16,2 0 1 0,-3 3 1 0,1-4 0 16,2 0 0-16,0-5-4 0,0 11 2 0,0-11-1 0,0 5 0 0,0-5-1 15,0 4-1-15,0-4 1 0,-4 3 0 0,4-3-2 16,0 3 0-16,0-3 0 0,0-1 1 16,0 1-3-16,0-2 0 0,0 2 0 0,9-12 1 15,4-2-2-15,0-5 0 0,4 0 0 0,2 3 1 0,-4 1-1 0,2-1 0 16,-3 1 0-16,-1 1 0 15,-1 5-1-15,-1 2 1 0,-4 2-1 0,1 2 1 0,-8 3-3 0,9-2 1 16,-9 2-1-16,7 0 1 0,-7 0-2 0,6 0-1 16,-6 0 1-16,6 8 0 0,-6 1 1 0,2 2 1 15,-2 1-2-15,0 3 2 0,-2 4 0 0,2 0 1 0,-4 0 0 16,2-7-1-16,2-1 1 0,-4-3 1 16,2-1 0-16,1-1 0 0,1-6 0 0,0 5 0 0,0-5 0 15,0 7 1-15,0-7 2 0,0 3-1 16,0-3 0-16,0 4 0 0,0-4 3 0,-4 3 1 0,4-3-2 15,0 4 2-15,0-4 2 0,0 5-1 16,0-5 1-16,0 1 0 0,0-1-5 0,0 4 1 0,0-4-1 16</inkml:trace>
  <inkml:trace contextRef="#ctx0" brushRef="#br0" timeOffset="21544.64">11027 13722 1569 0,'-6'0'0'0,"6"0"0"0,0 0 0 0,0 0 18 16,2 0 0-16,-2 0 0 0,0 0 0 0,0 0 5 0,0 0 0 15,0 0 1-15,0 0-1 0,0 0-21 16,0 0 0-16,0 0 0 0,0 0 0 0,0 0-5 0,0 0 0 16,0 0-1-16,-2-2 2 0,2 2-7 0,-5 0 0 15,5 0 0-15,-2 0 0 0,2 0 0 0,-10 0 1 16,10 0 0-16,-14 7 0 0,14-7 6 0,-23 19 1 0,23-19-1 16,-20 26 1-16,20-26 1 0,-19 24 0 15,19-24 0-15,-13 26 0 0,13-26 1 0,0 24 1 0,0-24 0 16,0 21 1-16,0-21 2 0,-4 21 1 15,4-21-1-15,0 19 2 0,0-19 3 0,-2 17 0 0,2-17 0 16,0 16 1-16,0-16 0 0,2 8 1 16,-2-8 0-16,10 7 1 0,-10-7-1 0,7 5 2 0,-7-5-2 15,11 6 1-15,-11-6 2 0,21 0 0 0,-21 0-1 16,20-6 1-16,-20 6-2 0,19-6 2 0,-19 6-1 16,18-13 1-16,-18 13-3 0,19-13 1 0,-19 13-1 0,22-16 2 15,-22 16-4-15,25-23 0 0,-25 23 0 16,15-19 1-16,-15 19-3 0,5-12 1 0,-5 12 0 0,4-12 0 15,-4 12-2-15,0-7 0 0,0 7 0 16,-4-10 1-16,4 10-2 0,-5-16 0 0,5 16 1 0,-10-17 0 16,10 17-2-16,-16-16 1 0,16 16 0 15,-19-8 0-15,19 8 1 0,-13-16 1 0,13 16-1 16,-11-8 1-16,11 8 1 0,-12-2 0 0,12 2-1 0,-3-2 1 16,3 2 0-16,-6-2 0 0,6 2 0 0,-9 0 1 15,9 0-4-15,-4 0 1 0,4 0-2 0,-4 0 2 0,4 0-6 16,-1 0 0-16,1 0 1 0</inkml:trace>
  <inkml:trace contextRef="#ctx0" brushRef="#br0" timeOffset="22349.63">11399 13599 1683 0,'-3'1'0'0,"3"-1"0"0,0 6 0 0,0-6 11 0,-2 0 1 0,2 0 1 16,-6 1-1-16,6-1 6 0,-7 13 0 0,7-13 0 15,-17 25 0-15,10-4 3 0,-5 2 2 0,5-3-1 0,-6 0 1 16,4-3-13-16,1 0 1 0,1 0 0 0,-1 1 0 16,3-1 1-16,-5-1-1 0,7-1 0 15,-3-3 0-15,0 0-1 0,-1 1 1 0,3-5 0 0,2 1 0 16,2 0-1-16,-3-1 0 0,1 1 0 0,2-2 1 0,0 0-2 15,0 0 0-15,2 0 0 0,-2-1 0 16,0 1-2-16,0-1 1 0,0-6 0 0,3 10 0 16,-3-10-4-16,10 10 1 0,-10-10-1 0,5 5 2 0,-5-5-6 15,4 4 0-15,-4-4 0 0,7 5 1 0,-7-5-1 16,6 0 0-16,-6 0 0 0,11-5 0 0,-11 5 0 0,13-7 0 0,-7 2 0 16,7-2 0-16,0-3 0 0,0-3 0 15,4-2 0-15,-8-2 0 0,4-2 1 16,2-2 1-16,-2 0 0 0,-4 0 1 0,3 0-2 0,-1-3 1 15,0 2 0-15,-4-1 0 0,5 1 1 0,-5-3-1 16,4 1 0-16,-3 0 2 0,-3 0-2 0,3 0 0 16,-1 1 0-16,-1-1 1 0,-3 7-2 0,-3 4 1 15,0-2 0-15,-3 1 0 0,1 0 1 0,2 4 0 0,0-2-1 16,0 5 2-16,0 7 0 0,0-11 2 16,0 4-1-16,-4 2 1 0,4 5 3 0,0-7 1 15,0 7-1-15,-2-8 1 0,2 8 1 0,0-9 2 0,0 9-2 16,0-7 1-16,0 7 1 0,6-5 0 0,-6 5-1 15,5-7 2-15,-5 7-1 0,4-7 1 0,-4 7-1 16,0-3 1-16,0 3-5 0,0 0 1 0,0 0-1 16,0 1 1-16,0-1-3 0,0 12-1 0,0 1 1 15,0 4 1-15,-2 7-2 0,0 6 0 0,2-3 0 16,0-3 1-16,0-3-3 0,0-5 2 0,0 1-1 16,0 4 1-16,0-4-2 0,0 2 2 0,0 0-1 15,0 0 0-15,0-3 0 0,0 1 0 0,0 0 0 16,0 1 0-16,0-3 0 0,4 1-1 0,0-1 1 0,-8-1 0 15,0-2 0-15,1 1-1 0,1-1 1 0,2 5 0 0,-6 4-1 16,1 3-1-16,3-3 1 0,-2-6-1 0,4-1-3 16,0-3 1-16,0-3 0 0</inkml:trace>
  <inkml:trace contextRef="#ctx0" brushRef="#br0" timeOffset="23917.44">12070 13573 904 0,'0'-2'0'0,"0"2"0"0,-4-2 0 0,4 2 64 0,-1-1 1 16,1 1-1-16,0-4 1 0,0 4-10 15,0-3 0-15,0 3 0 0,0-7 1 0,0 7-43 0,-4-7-1 0,4 7 0 16,-4-7 1-16,4 7-13 15,-4-19 0-15,4 19 0 0,-1-17 0 0,1 17-13 0,-6-14 1 0,6 14 0 16,-6-5 0-16,6 5-15 0,-1-2 2 0,1 2-2 16,-4-4 1-16,4 4 16 0,-2 6 1 0,2-6-1 15,-6 6 1-15,6-6 6 0,-5 18 2 16,5-18-1-16,-2 27 1 0,2-27 1 0,0 26 0 16,0-26 0-16,7 19 1 0,-7-19 7 0,12 11 0 0,-12-11 0 15,26 2 1-15,-8-4 11 0,1 0 1 16,5-7-1-16,0 1 2 0,2-4 1 0,-1-2 2 0,1 3-2 15,0-6 2-15,2 2-6 0,-2-1 0 0,-2 2 0 16,0 2 0-16,-1 3-3 0,-1 2 0 0,2 2 0 16,-5 0-1-16,-4 2 1 0,2 1 0 0,-6 2-1 0,-2 0 1 15,-9 0-5-15,9 2 2 0,-9-2-1 16,4 7 0-16,-4-7-4 0,4 12 1 0,-2-4 0 16,-2 3 0-16,0 1 0 0,0 2 0 0,0-1 0 15,0 1 1-15,-2-2 1 0,2 1 1 0,-4 0-1 0,0 3 0 0,1-4 10 16,-3 2 1-16,0 2-1 15,3 1 0-15,-3 2 5 0,1 0 1 0,-3 0 0 16,3 0 0-16,-1 0 0 0,0 0 1 0,1 2 0 0,-1 1 0 16,1 1-2-16,1-2 0 0,-5-1 0 0,-1 1-1 0,-1 2-6 15,-2-1 0-15,2-1 1 0,3 0 0 0,-3-1-8 16,0 1 0-16,2-2 1 0,3-3 0 0,0-2-8 16,3-2-1-16,-1-4 1 0,0-1 0 0,4-7-5 0,-2 7 1 15,2-7-1-15</inkml:trace>
  <inkml:trace contextRef="#ctx0" brushRef="#br0" timeOffset="24283.95">12201 13820 1608 0,'-4'2'0'0,"4"-2"0"0,-2 3 0 0,2-3 12 0,0 0 1 0,0 0 0 16,0 0 0-16,0 0 3 0,0 0 1 0,0 0-2 0,8 0 2 16,-8 0-4-16,16 7 0 0,-16-7 1 0,15 7-1 15,-15-7-10-15,36 11 1 0,-18-6-1 0,3-2 1 16,-3 1-1-16,5-1 1 0,-3-3 0 0,4-1 0 0,3-5 0 16,0-1 0-16,0-1-1 0,-1-1 2 0,0-3-2 15,2 0 1-15,-4 1-1 0</inkml:trace>
  <inkml:trace contextRef="#ctx0" brushRef="#br0" timeOffset="25984.31">13039 13739 237 0,'0'0'0'0,"0"0"0"0</inkml:trace>
  <inkml:trace contextRef="#ctx0" brushRef="#br0" timeOffset="26215.73">12987 13718 87 0,'0'2'0'0,"0"-2"0"15,0 2 0-15,0-2 91 0,0-4 0 0,0 4 0 0,0 0 0 16,0 0-2-16,0 0 1 0,0 0 0 15,0 0 1-15,0 0-43 0,0 0 1 0,0 0 1 16,0 0-1-16,0 0-21 0,0 0 1 0,0 0 1 0,0 0-1 0,0 0-13 0,0 0-1 16,0 0 1-16,0 0 1 0,0 0-7 15,0 0 1-15,0 0 0 0,2 0 1 16,-2 0-3-16,15 0 1 0,-15 0-1 0,24 0 1 16,-24 0 3-16,30 0 2 0,-30 0-2 0,37 0 2 15,-13 0 2-15,2 0-1 0,-1 2 1 0,-5 0 1 16,-3-1-2-16,-2 1 1 0,1-2 0 0,-2-2-1 0,-1 1 0 0,-2-1 0 15,0 2 0-15,2 2 0 0,-4-1-1 16,1-1 0-16,-1 0-1 0,0 0 2 0,-9 0-10 0,4 0 0 16,-4 0 0-16</inkml:trace>
  <inkml:trace contextRef="#ctx0" brushRef="#br0" timeOffset="26733.96">13020 13955 1004 0,'0'0'0'0,"0"0"0"0,0 0 0 0,0 0 12 0,0 0 1 0,0 0-1 0,0-1 1 0,0 1-6 16,0-6 0-16,0 6 0 0,0-3-1 0,0 3-5 15,0-5 1-15,0 5-1 0,0-7 0 0,0 7-2 16,0-7 0-16,0 7-1 0,0-7 2 0,0 7-3 16,0-5 0-16,0 5-1 0,0-2 2 0,0 2 2 0,0-5 0 15,0 5 0-15,0-2 0 0,0 2 6 0,0 0 0 16,0 0 0-16,0 0 1 0,0 0 14 0,14 0 2 15,-14 0-2-15,24 0 1 0,-6 2 20 0,7 3-1 16,1-3 1-16,-6-1-1 0,3 1 2 0,-3 0 1 16,-1 0-2-16,-1-2 2 0,-1 0-5 0,2 0 2 15,-4 1-2-15</inkml:trace>
  <inkml:trace contextRef="#ctx0" brushRef="#br0" timeOffset="30383.36">13859 13611 1231 0,'0'0'0'0,"0"0"0"0,0 0 0 0,0 0 7 15,0-4 2-15,0 4 0 0,0-3 0 16,0 3 13-16,0-5-1 0,0 5 0 0,0-12 2 0,0 12 0 16,6-16 1-16,-6 16-1 0,7-17 2 0,-7 17-16 15,0-12 1-15,0 12-1 0,0-9 1 0,0 9-4 16,0-9 1-16,0 9-2 0,7-5 2 0,-7 5 0 15,0-10-1-15,0 10 1 0,0-11 1 0,0 11 0 16,0-7 1-16,0 7-1 0,6-6 1 0,-6 6-1 16,2-2 1-16,-2 2 0 0,0-4-1 0,0 4 0 0,0-1 0 15,0 1 0-15,0 0 0 0,0 0-1 0,0 0 0 0,0 0 0 16,0 1 1-16,0-1-1 0,0 12 1 16,0-12 0-16,5 21-1 0,-5-21 0 0,0 31 0 0,-1-12 0 15,-3 0-1-15,0 0 7 0,0 1 0 16,-1-3-1-16,3-2 2 0,-2 1 2 0,4-2 0 0,-2 1 1 15,-1-4 0-15,1-1 1 0,0 1 0 16,-2-1 0-16,2 2 0 0,-3-3-1 0,1 3 0 0,2-5-1 16,0 1 1-16,2-1-1 0,0-2 0 0,0-5-1 15,0 9 2-15,0-9-2 0,-3 5-1 0,3-5 1 16,0 4 0-16,0-4-4 0,0 2 0 0,0-2 0 0,0 0 2 0,0 0-3 16,5 0 1-16,-5 0-1 15,17 0 1-15,-4-2-1 0,-2 0 2 0,4 0-1 16,4 1 0-16,1-1 1 0,3 0 2 0,-3 0-2 15,-1 1 2-15,-3 1-3 0,-1 0 1 0,4 0 1 0,2 0-1 16,-1 1-6-16,0 3-1 0,-3 1 1 16,-2-1 0-16,-6-3-3 0,-7 1-1 0,-2-2 0 15,8 0 0-15,-8 0-2 0,4 0 2 0,-4 0-2 0,5-2 1 16,-5 2-4-16,0-1 2 0,0 1-1 0</inkml:trace>
  <inkml:trace contextRef="#ctx0" brushRef="#br0" timeOffset="31034.04">14263 13446 1231 0,'0'0'0'0,"0"0"0"0,0 0 0 0,0 0 14 0,0-1 2 0,0 1-2 0,0 0 2 0,0 0 8 16,0 0-1-16,0 0 1 0,0 0-1 0,0 0-5 0,6 5 0 15,-6-5 0-15,4 5 0 0,-4-5-8 0,3 9 0 16,-3-9 1-16,2 14-1 0,-2-14 1 0,0 19 1 16,0-19-1-16,0 19 2 0,0-19 0 0,-2 22 1 15,2-22-1-15,-3 30 1 0,1-13 10 0,2 4 2 16,0-1 0-16,-2 1 0 0,2 0 3 0,-6 0 0 15,6 1 0-15,0 2 0 0,0 2 0 0,-3 2 0 16,1 0 0-16,0-2 0 0,2 1-4 0,0 3-1 0,0-1 1 16,0-1 0-16,2-2-5 0,3-2 0 0,-5-1 0 15,0-1 1-15,0-1-8 0,-3 0 2 0,1-7-1 16,0-1 1-16,0-1-6 0,0-3 1 0,0 0 0 16,2-1 0-16,-3 1-4 0,1 3-1 0,2-5 1 15,-4 2 1-15,0-2-6 0,0-2 1 0,4-5-1 0</inkml:trace>
  <inkml:trace contextRef="#ctx0" brushRef="#br0" timeOffset="31664.22">14673 13464 1369 0,'0'0'0'0,"0"0"0"0,0 3 0 16,0-3 11-16,0 4 0 0,0-4 0 0,0 0 2 16,0 0 8-16,0 0 0 0,0 0 1 0,0 0 0 0,0 0 4 15,0 0 0-15,0 0-1 0,0 3 2 0,0-3-12 0,0 12 1 16,0-12-2-16,0 18 2 15,0-18-1-15,0 24-1 0,0-24 1 0,0 31-1 0,0-12-1 16,-4 2 0-16,3 1-1 0,-3 1 2 0,0 1-2 16,-1 2 2-16,-1 2-2 0,0 1 2 0,1 2-2 0,-1 0 1 15,-1-1 1-15,-1 3-1 0,-1 3-1 0,0-3 0 0,-3 0-1 16,7-2 1-16,3 0-5 0,-2-3 1 16,2-1 0-16,-1-2 0 0,-1-6-3 0,-2 0 1 0,1-4 0 15,1-1-1-15,2-3-3 0,0-5 2 16,2-6-2-16</inkml:trace>
  <inkml:trace contextRef="#ctx0" brushRef="#br0" timeOffset="33067.47">15219 13756 853 0,'0'0'0'0,"0"0"0"0,0 0 0 0,0 0 30 0,0-3 0 15,0 3 0-15,0 0 1 0,0 0 15 0,0 0 1 16,0 0 0-16,0 0 0 0,0 0-28 0,0 0 1 0,0 0-1 15,0 0 2-15,0 0-7 0,0 0 2 16,0 0-2-16,0 0 2 0,0 0-1 0,0 0 0 0,0 0 1 16,0 1 0-16,0-1-3 0,0 11 2 15,0-11-1-15,-4 17 1 0,4-17 5 0,-1 37 0 0,-3-17 1 16,2-1 0-16,2-3 0 0,0-1 1 0,-4 1-1 16,2-2 1-16,1 0-1 0,-3-6 0 0,2 1-1 15,2 0 1-15,0-2 1 0,-4-4-1 0,4-3 0 16,-4 7 2-16,4-7-3 0,0 3 0 0,0-3 0 15,0 4 1-15,0-4-5 0,-1 3 2 0,1-3-1 0,0 0 1 16,0 0-5-16,0 0 0 0,0 0 1 16,0 0-1-16,0 0-3 0,0 0 0 0,0 0 0 0,0 0 1 15,0 0-5-15,0-7 1 0,0 7 0 16,1-13-1-16,7 1-2 0,1-2 0 0,1 0 0 0,-3 0 0 16,0-5-1-16,3 5 2 0,-3 0-1 15,4 4 1-15,-3 1-2 0,-1 2 2 0,1 2-1 0,1-4 1 16,-1-1-4-16,3 0 1 0,2-2-1 0,0-2 1 15,-2 3-2-15,0 3 0 0,2 1 0 0,-5 5 2 16,-1-1-4-16,-1 1 2 0,-6 2-1 0,7-4 1 0,-7 4-3 0,4 0 1 16,-4 0-1-16,5 0 1 0,-5 0-2 0,2 9 0 15,0-4 0-15,0 2 0 0,2 2 0 0,0 3 1 16,-3 0-1-16,3 0 1 0,-4 0 0 0,0 0 0 16,0-1 1-16,-4-1 0 0,3-1 0 0,-3-1-1 15,0 1 1-15,0-2 1 0,4-7 0 0,-7 10 0 0,7-10 0 16,-8 11-1-16,8-11 1 15,-5 10 1-15,5-10 0 0,-9 11 0 0,9-11 0 0,-8 10 0 16,8-10 0-16,-2 9 0 0,2-9 0 0,0 3 0 16,0-3 0-16,-5 4 0 0,5-4 0 0,-4 1 0 0,4-1 0 15,4 0 0-15,-4 0 0 0,1-1 0 0,-1 1 0 0,6-13 0 16,5 0-1-16,2-6 0 0,4-2 0 16,0 0 0-16,-2 2-6 0,3 3 1 0,-3 1 0 0,2 3 0 15,-6 0-11-15,2-1 2 0,0 7-1 16,-2-1 0-16,-3 1-9 0,-2 5 1 0,1-1-1 15,0 0 2-15,1 0-4 0,-3 1 0 0,-5 1 0 16,10 0 1-16,-10 0 15 0,5 0 1 0,-5 0 0 16,4 7-1-16,-4 0 7 0,0 1 1 0,-2 4-1 15,-1 2 1-15,-1 5 2 0,-2 2 0 0,-1-2-1 16,1-3 2-16,1-4 0 0,-3-4 2 0,4 1-1 0,3-2 0 0,1-7 2 16,-4 9 1-16,4-9-1 15,-2 7 0-15,2-7 5 0,-6 6 1 0,6-6 0 0,-3 7 0 0,3-7 2 0,-4 7 1 16,4-7-1-16,-6 7 0 15,6-7-5-15,-5 4-1 0,5-4 1 0</inkml:trace>
  <inkml:trace contextRef="#ctx0" brushRef="#br0" timeOffset="33700.67">15823 13827 1130 0,'0'0'0'0,"0"0"0"0,0 4 0 0,0-4 15 0,0 1 1 0,0-1 0 16,0 0-1-16,0 0 9 0,0 2 1 0,0-2-1 16,-2 5 1-16,2-5-9 0,-4 4 1 0,4-4-1 15,-2 7 1-15,2-7-10 0,-9 8 1 0,9-8 0 16,-13 7 0-16,13-7-2 0,-11 14 2 0,11-14-1 16,-9 10 1-16,9-10 5 0,-14 14 2 0,14-14-1 15,-16 14 1-15,16-14 3 0,-15 19 0 0,15-19 0 16,-15 19 0-16,15-19 1 0,-9 16 0 0,9-16 0 15,-13 10 0-15,13-10 0 0,-6 11 0 0,6-11 0 0,-6 10 1 16,6-10-7-16,-5 14 0 0,5-14 0 0,-4 10 0 16,4-10-4-16,0 11 0 0,0-11 0 0,0 8 0 0,0-8 3 15,2 7 2-15,-2-7-1 0,13 9 1 0,-13-9 0 16,6 3 1-16,-6-3 0 0,7 4-1 0,-7-4 1 16,7 5-1-16,-7-5 1 0,8-4-1 0,-8 4-2 15,13-3 0-15,-13 3 0 0,15-9 1 0,-15 9-5 16,13-15 1-16,-13 15 0 0,19-28 0 0,-10 11-4 15,2-1 2-15,-2-1-2 0,-1 2 2 0,-3 2-2 0,-1-1-1 16,-2 0 1-16,0 4-1 0,0 7-3 16,1 0 2-16,-3 5-2 0,0-4 1 0,0 4-2 0,0-5 0 15,0 5 0-15,0-3 1 0,0 3-1 0,0-4 0 16,0 4 0-16,0 0 0 0,0 0 0 0,0 0 0 16,0 0 0-16,-3 0 0 0,3 0 0 0,-6 2 0 15,6-2 0-15,-15 10 0 0,4-4 0 0,0-1 0 0,2 0 0 16,-1 0 0-16,1-1 0 0,0 1 0 15,1-5 0-15,6 2 0 0,2-2 0 0,-5 1 0 0,5-1 0 16</inkml:trace>
  <inkml:trace contextRef="#ctx0" brushRef="#br0" timeOffset="34565.61">16276 13798 1356 0,'0'0'0'16,"0"0"0"-16,0 0 0 0,0 0 5 0,0 0 0 15,0 0 0-15,-4-2 0 0,4 2 2 0,0-3 1 0,0 3-1 16,-4 0 1-16,4 0-4 0,-4 0 2 0,4 0-1 16,-5 0 1-16,5 0 2 0,-15 0 1 0,15 0 0 15,-24 0 0-15,24 0 2 0,-36 12 1 0,18-4 0 16,3 4 0-16,4-1 1 0,3 1 1 0,-7 4-1 16,-2-1 1-16,1 1 6 0,-1 1 0 0,2 4 0 15,2 0 2-15,2-2-4 0,3 0 1 0,3 0-1 16,-6 0 1-16,-1 0-5 0,3-2 2 0,3 0 0 0,-1-1-1 15,3-1-6-15,2-6 1 0,2 0-1 0,-3-4 2 16,3-5-6-16,0 5 1 0,0-5-1 0,3 5 1 16,-3-5-1-16,13 6-1 0,-7-5 0 0,0 1 2 15,-6-2-1-15,13 3 0 0,-13-3 1 0,13-1-1 16,-6-1 1-16,4 0 0 0,1-1-1 0,1-1 2 16,0-4 5-16,0 1 1 0,0-4-1 0,-2-1 0 0,0-3 2 15,2-3-1-15,-7-1 1 0,3-1 0 0,0-3 4 16,1-1 1-16,-1-4 0 0,0-1 1 0,1-2-7 15,-1-2 0-15,-2 2 1 0,-1-2-1 0,0-4-6 16,-1 3 1-16,3 1-1 0,1 2 1 0,4 1-5 16,-4 4 0-16,1 2 1 0,-1 2 0 0,0 3-3 0,-3 6 2 15,-2-2-1-15,-3 3 0 0,-1 1-1 0,-1 3 0 16,-1 1 0-16,2 3 1 0,0 4 0 0,5-7 0 16,-5 7 0-16,2-1 2 0,-2 1 1 0,-2 0 1 15,2 0-1-15,0-6 2 0,0 6 1 0,0 0 1 16,0 0 0-16,-3 2 0 0,3-2 1 0,-4 12 1 15,0-3-1-15,-1 3 2 0,-5 5-7 0,-3 2 2 0,2-1-1 16,2 3 0-16,1 3 0 0,6 0 0 0,-3 0-1 16,1 0 1-16,2 2-3 0,2-1 0 0,0 4 1 15,-2-1 0-15,2 3-1 0,-3 0-1 0,1 2 0 16,2 0 0-16,-4 0-1 0,0 0 1 0,2-2-1 0,2-2 0 0,2-1-1 16,2-2 1-16,0-2 0 15,-4-3 0-15,-4-4-1 0,2-1 1 0,0-1-1 16,2-6 1-16,2-2-1 0,4-2 0 0,-6-5 0 15,-4 9 2-15,4-9-4 0,-7 7 2 0,7-7 0 16</inkml:trace>
  <inkml:trace contextRef="#ctx0" brushRef="#br0" timeOffset="35264.03">16617 13735 1507 0,'0'-3'0'0,"0"3"0"0,0 0 0 0,0 0 14 0,-6 0 1 0,6 0-1 0,0 0 1 0,0 0 0 15,0 0 0-15,0 0 1 16,0 0 0-16,0 0-15 0,0 0 0 0,0 0 0 0,0 0 0 0,0 0-4 16,0 0 1-16,0 0-2 0,0-2 2 0,0 2 1 15,-4-3 0-15,4 3 0 0,0-2-1 0,0 2 2 16,0 0 0-16,0 0 0 0,0 0 0 0,0 0 2 0,0 0 0 16,0 0-1-16,10 0 1 0,-10 0 5 15,24 0 1-15,-6-2 0 0,1-1-1 0,7-2 7 0,0-4 1 16,4 0-2-16,-2 1 2 0,0-1 6 15,0 0 0-15,0-1 1 0,0 1 0 0,0 2-7 0,-4 2 0 16,0 0 0-16,-3 2 1 0,-6-3-7 0,-2 5 0 16,-2 1 0-16,-4 0 1 0,-7 0-5 0,10 0 1 15,-10 0-1-15,5 7 1 0,-5 0 0 0,2-1-1 0,-2 1 1 16,-2 5 0-16,-2 2-2 0,-1 5 2 16,-3 2-2-16,1 0 2 0,-2 0-3 0,-3 1 2 0,3 1-2 15,0-1 1-15,0-1 4 0,-1 0 1 16,3 1 0-16,3 1 0 0,-2-3 2 0,3 1 2 15,1 0-2-15,2-2 1 0,4-2 0 0,3 1 0 16,-3-3-1-16,-2 1 1 0,-2-4 0 0,-2-3-1 0,0-1 0 16,0-1 0-16,2 0-3 0,-6-2 1 0,6-5-1 15,-7 11 1-15,7-11-7 0,-6 10 2 0,6-10-1 16</inkml:trace>
  <inkml:trace contextRef="#ctx0" brushRef="#br0" timeOffset="35568">16728 14083 1658 0,'0'-1'0'0,"0"1"0"0,10-4 0 0,-10 4 17 0,3-5 0 15,-3 5 0-15,12-9-1 0,-12 9-2 0,20-19 0 16,-20 19 1-16,30-21 0 0,-30 21-14 0,26-20 1 0,-26 20 0 16,32-14 1-16,-32 14-5 0,35-4 1 15,-16 1 0-15,-1 1 0 0,5 2-11 0,1 2-1 0,0 1 1 16,-2-3 1-16,1 2-11 0,-3 0 1 15,1 0 0-15</inkml:trace>
  <inkml:trace contextRef="#ctx0" brushRef="#br0" timeOffset="36396.51">17500 14056 225 0,'-2'0'0'0,"2"0"0"0</inkml:trace>
  <inkml:trace contextRef="#ctx0" brushRef="#br0" timeOffset="36684.22">17517 14019 602 0,'-2'0'0'0,"2"0"0"0,0 0 0 16,0 0 11-16,0 0 1 0,0 0-1 0,0 0 1 15,0 0 45-15,-4 0 2 0,4 0-1 0,-2 0 0 16,2 0 5-16,-2 0 1 0,2 0 0 0,0 0 0 0,0 0-30 0,0 0 1 16,0 0-2-16,0 0 2 0,0 0-10 15,0 0 1-15,0 0-1 0,0 0 1 0,0 0-7 0,0 0 1 16,0 0 1-16,0 0-1 15,0 0-6-15,0 0 2 0,0 0-1 0,0 0 0 0,0 0-1 0,0 0 1 16,0 0-1-16,0 0 1 0,0 0-3 16,0 0 0-16,0 0 1 0,8 0-1 0,-8 0 2 0,20 5-1 15,-20-5 0-15,30 6 2 0,-10-5-1 0,1 1-1 16,-1 0 0-16,1 0 2 0,-1 1-3 0,5-3 1 16,-5 0-1-16,-1-3 0 0,-1-1-1 0,1 1-1 0,-2-1 0 15,-4 1 0-15,-2-1 4 16,-3 1 1-16,-8 3 0 0,11-4-1 0,-11 4-6 0,13-3 1 15,-13 3-1-15</inkml:trace>
  <inkml:trace contextRef="#ctx0" brushRef="#br0" timeOffset="37114.87">17584 14263 866 0,'0'0'0'0,"0"0"0"0,0-1 0 0,0 1 19 0,0-2 0 0,0 2 0 0,0-4 1 0,0 4 21 16,1-1-1-16,-1 1 0 0,4 0 2 0,-4 0-16 15,4 0 1-15,-4 0-1 0,2 0 0 0,-2 0-10 16,0 0 0-16,0 0 0 0,0 0 0 0,0 0-4 16,0 0 0-16,0 0 0 0,0 0 1 0,0 0-2 0,0-4 1 15,0 4-1-15,0 0 2 0,0 0 1 0,0 0 1 16,0 0 0-16,0 0 0 0,0 0 0 0,0 0-1 15,0 0 1-15,9-3 0 0,-9 3 1 0,32-4 2 16,-14 3-1-16,7-1 1 0,3 2 1 0,0 0 2 16,3 0-2-16,-7 0 1 0,1 2-5 0,-3 1 1 0,0 0 0 15,-3-1 1-15,0 2-14 0,-1-1 0 0,-3-1 1 16</inkml:trace>
  <inkml:trace contextRef="#ctx0" brushRef="#br0" timeOffset="40267.44">18618 13768 690 0,'0'4'0'0,"0"-4"0"15,0 3 0-15,0-3 9 0,0 0 1 0,0 0-1 16,0 0 1-16,0 0-10 0,0 0 1 0,0 0 0 15,0 0 0-15,0 0-14 0,0 0-1 0,0 0 1 16,0 0-1-16,0 0 3 0,0 0 0 0,0 0 0 16,0-3-1-16,0 3 5 0,0-4-1 0,0 4 0 0,0-3 0 15,0 3 4-15,0 0-1 0,0 0 1 0,0-4 0 16,0 4 4-16,0-3 0 0,0 3 0 0,0-4 0 0,0 4 2 16,0-3 1-16,0 3-1 0,0-3 1 0,0 3 4 15,0 0 1-15,0 0 0 0,0-4 0 0,0 4 3 16,5-3 1-16,-5 3 0 0,4-2 1 0,-4 2-2 15,4 0 1-15,-4 0 1 0,3-4-1 0,-3 4 2 16,2 0-1-16,-2 0 0 0,0-1 2 0,0 1 5 0,0-2 0 16,0 2 1-16,0-2-1 0,0 2 8 0,0 0 1 15,0 0-1-15,0-1 1 0,0 1-1 0,0 0 2 16,0 0-1-16,0-4 0 0,0 4-4 0,0 0-1 16,0 0 1-16,0 0 1 0,0 0-5 0,0 0 2 15,0 0-1-15,-3 14 0 0,-3 7-2 0,-3 6 0 16,-2 3 0-16,-1-4 0 0,3 3-2 0,-6 2 1 15,2-1 0-15,0-3 0 0,0 1-4 0,0 3 1 0,2-3-1 16,1 0 1-16,1-1-1 0,0 1-1 0,3-2 1 16,-1 0-1-16,1 0 1 0,1 0 1 0,-1-5-1 15,0-1 1-15,3-1 3 0,1-3 0 0,2-2 0 16,-2-2 2-16,2-3 1 0,0-4 0 0,0-5 1 16,4 5-1-16,-4-5 0 0,5 3-1 0,-5-3 0 0,4 0 1 0,-4 0-6 15,2 0 1-15,-2 0 0 16,0 0 0-16,0 0-1 0,7 0-1 0,1 0 1 0,-1 0 0 0,1 0-1 15,3 0 1-15,0 0 0 16,2 0 1-16,-4 0 2 0,-1 0 1 0,-8 0-1 0,9 0 1 16,-9 0-4-16,8 0 0 0,-8 0-1 0,7-1 2 15,-7 1-2-15,9-4 1 0,-9 4-1 0,6-3 1 16,-6 3-4-16,6-4 2 0,-6 4-1 0,7-7 1 0,-7 7-3 16,4-8 1-16,-2 1-1 0,0-2 2 0,1-1-2 15,1-1 1-15,0 1 1 0,-1-2-1 0,1-2-2 16,0 2 1-16,0 2 1 0,-1 1-1 0,1 4-2 15,0 0 0-15,-4 5 0 0,3-7 1 0,-3 7-2 16,4-6 0-16,-4 6-1 0,4-3 1 0,-4 3-2 16,4-3 0-16,-4 3-1 0,3-4 2 0,-3 4-3 15,0-3 1-15,0 3-1 0,0 0 1 0,0 0-2 0,0 0 2 16,0 0-1-16,0 0 1 0,0 0-2 0,-3-4 0 16,3 4 1-16,-4-3-1 0,4 3-1 0,-4-4 2 0,4 4-2 15,-5-8 1-15,5 8 0 0,-2-9-1 16,2 9 0-16,-2-10 0 0,2 10 1 0,-4-6 0 0,4 6 0 15,-2-5 1-15,2 5-1 0,-3-3 0 0,3 3 1 16,-2-2-1-16,2 2 2 0,-4-2-1 0,4 2 1 16,-4 0-1-16,4 0-1 0,-9 0 2 0,0 0-2 15,-4 2 2-15,-4 1-2 0,-4 4 2 0,1-5-2 16</inkml:trace>
  <inkml:trace contextRef="#ctx0" brushRef="#br0" timeOffset="44233.26">25543 16336 1306 0,'0'4'0'0,"0"-4"0"15,0 10 0-15,0-10 9 0,0 7 0 0,0-7 0 16,-1 7 1-16,1-7-1 0,-4 5 1 0,4-5 0 16,-2 7 0-16,2-7-8 0,4 7 1 0,-4-7-1 15,0 18 0-15,0-18-1 0,-2 27 1 0,2-27 1 0,-4 33-1 16,-1-16 0-16,-1 1 0 0,2-1 1 0,4-1 0 16,4 1 0-16,2 0 1 0,-1 0-1 0,-1 1 2 15,-2-1 4-15,0 0 0 0,-1 1-1 0,-1-1 1 16,-1-1 9-16,-1-1 2 0,0-1-3 0,2-4 3 0,2-1 2 15,0-2 2-15,-2-7-1 0,-2 12 1 16,-2-2-4-16,0 1 0 0,1-1 0 0,-1 1 2 16,2-1-10-16,0 0 0 0,-2-3 1 0</inkml:trace>
  <inkml:trace contextRef="#ctx0" brushRef="#br0" timeOffset="45033.37">25842 16307 1356 0,'0'0'0'0,"0"0"0"0,0 0 0 0,0 0 13 16,1-2-1-16,-1 2 0 0,6-3 2 0,-6 3 6 15,0-4 1-15,0 4 1 0,0 0-1 0,0 0 4 0,0-3-1 0,0 3 1 16,0-4 1-16,0 4-12 16,0-3 1-16,0 3 0 0,2-3 0 0,-2 3-5 0,13-6 0 0,-13 6 1 15,15-7 0-15,-15 7-3 16,20-8 1-16,-20 8 0 0,39-12 0 0,-12 6-2 0,4 0 2 0,1-1-1 15,-4 0 1-15,-4 2-1 16,-2-2 1-16,-1 0-1 0,-1 1 1 0,-1 1-2 0,0 0 0 16,-4 2 1-16,-2 3 0 0,-2 1 2 0,-6 3 2 0,-5-4-1 15,10 3 0-15,-10-3 2 0,5 0 1 0,-5 0-1 16,4 5 1-16,-4-5-6 0,2 13 0 0,-4-5-1 16,-4 8 1-16,-3 5-4 0,-2 3 0 15,-2-2 1-15,0-3-1 0,-4-3 1 0,-2-2-1 16,3 0 1-16,1-2-1 0,4 0 1 0,3-2 0 0,3-3 0 15,1-3 0-15,4-4-3 0,-4 5 2 0,4-5-2 16,-7 3 1-16,7-3-1 0,-4 4-1 0,4-4 0 0,-6 3 0 0,6-3-1 16,-7 2 1-16,7-2 0 15,-4 0 0-15,4 0-1 0,-4 0 0 0,4 0 0 0,-3 0 0 16,3 0 0-16,-2 0 0 0,2 0 0 16,5 0 0-16,-5 0-1 0,6 0 1 0,-6 0-1 0,19-5 1 0,-1 1-3 15,7-1 0-15,-3 0 0 16,-2 0 1-16,-3 1-6 0,-4 3 1 0,0 1 1 0,0 0-1 15,0 1-2-15,0 3 0 0,-1-1 0 16,-3 1 1-16,0-1 1 0,-1 1 2 0,-8-4-2 0,5 13 1 0,-3-2 3 16,0-1 1-16,-6 6-2 0,-1 3 2 0,-7 5 1 0,-2 2 1 15,-3 0-1-15,-2-2 1 0,-1-1 0 16,1-1 0-16,-1-3 0 0,-1-2 0 0,2-1 2 0,3-2 0 16,3-2 1-16,0-3 0 0,1-6 6 15,3-3 1-15,0-3-1 0</inkml:trace>
  <inkml:trace contextRef="#ctx0" brushRef="#br0" timeOffset="53599.58">3305 14635 1356 0,'0'0'0'0,"0"0"0"0,0 0 0 0,0 0 28 0,0-3 1 16,0 3 1-16,0-2-1 16,0 2 2-16,0-3 2 0,0 3-1 0,0-4 1 0,0 4-20 0,2-3 1 15,-2 3-1-15,11-7 1 0,-11 7-14 0,12-12 0 16,-12 12 0-16,9-14 1 0,-9 14-1 0,9-9 0 16,-9 9 0-16,2-7 0 0,-2 7 0 0,2-3 0 0,-2 3 0 15,0-2 1-15,0 2 0 0,0 0 0 16,0 0 0-16,-2 11 0 0,2-11 4 0,-5 27-1 15,3-4 1-15,-4 1 1 0,-5 5 4 0,0 4 0 16,1-2 0-16,-1-1 0 0,4-1 5 0,-4-1-1 0,3 0 1 16,-1-1 0-16,5 1 6 0,-5 0-1 0,1-2 0 15,3 0 0-15,-3 0-3 0,3-2 0 0,-1 2 0 16,-1-2 0-16,-5-2 1 0,-1 1 1 0,2-1 0 16,4-1 0-16,-4-2-5 0,1-3 2 0,1-4 0 15,3-2-1-15,5-1-2 0,2-4 0 0,-1-5 1 0,4 9-1 16,-4-9-3-16,0 7 0 0,0-7 0 15,6 5 2-15,-6-5-4 0,2 7 1 0,-2-7 0 0,0 3 0 16,0-3-3-16,5 4 2 0,-5-4-1 16,8 1 1-16,-8-1-3 0,11-3 2 0,0-4 0 0,2-3-1 15,6-8-2-15,-1-2 0 0,1-3 1 0,-4-1-1 0,2 0 0 0,1-1-1 16,-1 3 0-16,-2-4 1 16,-2 2-4-16,4 0 0 0,-4 3 0 0,0 0 0 15,-2 0 0-15,2 0 0 0,4 4 0 0,-4 2 0 16,-6 1-1-16,4 3 1 0,-3-1 0 0,-2 5 0 0,-6 7-1 15,5-1-1-15,-5 1 1 0,8 0 1 16,-8 0-1-16,5 1 1 0,1 6-1 0,-4 5 1 0,3 7 0 0,1 6 0 16,1 1 0-16,-1 0 0 0,-1 1 0 0,1 1 0 0,-4 1 0 15,2-3 1-15,-3 0 1 0,-1-1 2 16,0-3-2-16,0 1 1 0,6-3 4 0,0 1 1 16,-1-2 0-16,-3-3 0 0,-2-4 2 0,0-2 0 15,0-10 0-15,0 9 0 0,0-9 0 0,6 3 1 0,-6-3 1 16,7 2-1-16,-7-2-6 0,0 0 2 15,0 0-1-15,0 0 1 0,0 0-6 0,0 0 0 0,0 0 0 16,0 0 1-16,0 0-3 0,0 0 1 16,0 0 0-16</inkml:trace>
  <inkml:trace contextRef="#ctx0" brushRef="#br0" timeOffset="54248.38">4168 14703 1180 0,'-4'-2'0'0,"4"2"0"0,-1 0 0 0,1 0 20 0,-6 0 0 0,6 0 1 16,-4 5-1-16,4-5 2 0,-2 5 2 0,2-5-2 15,-11 11 2-15,11-11 6 0,-20 21 0 0,20-21 1 16,-26 33-1-16,9-14-11 0,-2 0 0 0,6 0 0 16,-4 1 0-16,4 3 3 0,-2-1 0 0,1 1 1 0,6-1-1 15,-3 3 6-15,3 2 0 0,1 1 0 16,-4-2 0-16,3 3 0 0,3 6 0 0,-1-4 0 0,1 0 0 15,3 2 2-15,2 3 0 0,0-1 0 0,2-2 1 16,1-5-7-16,-1-1 1 0,6-1 0 0,3-3 0 0,6-4-3 16,-3-2 0-16,9-1 1 0,-3-4-1 0,-1-2-4 15,0-1 1-15,-1-2-1 0,1-4 1 0,5-1-13 16,0-2 0-16,-3-2 1 0</inkml:trace>
  <inkml:trace contextRef="#ctx0" brushRef="#br0" timeOffset="55264.51">4679 14866 1269 0,'-4'-2'0'0,"4"2"0"0,-2-7 0 0,2 7 22 15,6-7 1-15,-6 7-1 0,0-5 0 0,0 5 7 0,0-9-1 16,0 9 0-16,0-7 1 0,0 7-12 16,0-7 1-16,0 7-2 0,7-7 2 0,-7 7-12 15,-2-7 1-15,2 7-1 0,-9-7 1 0,9 7-5 16,-8-10 2-16,8 10-2 0,-13-5 1 0,13 5 0 0,-18-4 0 15,18 4 0-15,-36 4 1 0,16 3-1 16,-6 1 1-16,2 3-1 0,1-1 0 0,10 1-1 0,0 1 2 0,0-4-2 16,0 1 1-16,2 1 0 0,-2 1-1 0,0-3 0 15,2 1 2-15,-1 0 1 0,5-1 1 0,0-1-1 16,1 0 1-16,0 0 5 0,6-2 0 0,0 4 1 16,-2-2-1-16,2 2 2 0,0-2 2 0,-3-1 0 15,1 1-1-15,2 2 0 0,-4 1-1 0,2 1 1 16,2-3-1-16,0-1-3 0,0 0 0 0,0-7 0 15,0 12 0-15,-3-3-4 0,1 0 1 0,2-2-2 16,-2 0 2-16,-2-1-2 0,2 1-1 0,2 0 1 16,-5 2-1-16,5-9 1 0,-6 9-1 0,6-9 0 15,-2 8 2-15,2-8-1 0,0 4-1 0,0-4 1 0,0 3 0 16,0-3 0-16,0 4-1 0,0-4 1 16,0 0 0-16,0 0 0 0,0 0-1 0,0 0 1 0,0 0-1 15,0 0 1-15,0 0-1 0,0 0 1 16,0 0-1-16,0 0 0 0,0 0 0 0,0 0-1 0,4 0 2 0,-4 0-3 15,6 0 0-15,-6 0 1 16,3 0 0-16,-3 0-1 0,6 0 0 0,-6 0 1 0,2 0 0 0,-2 0-1 16,5 0 2-16,-5 0-2 0,2 0 1 15,-2 0 0-15,4 0 0 0,-4 0 0 0,0 0 1 0,0 0-2 16,0 0 0-16,0 0 0 0,0 0 2 0,0 0-2 0,0 0 1 16,0 0 0-16,0 0 0 0,0 0-2 15,0 0 1-15,0 0 1 0,0 0-1 0,0 0-1 0,0 0 0 0,0 0 0 16,0 0 0-16,0 0-1 15,0 0 1-15,0 0 1 0,0 0-1 0,0 0 1 0,0 0 0 0,0 0 0 16,0 0 2-16,0 0-1 0,0 0 2 16,0 0-2-16,0-2 1 0,0 2 4 0,2-4 0 0,-2 4 0 15,7-5 1-15,-7 5-1 0,10-7 0 0,-10 7 0 16,7-10 1-16,4 3-4 0,-3 2 1 0,-1 0-1 16,2-1 2-16,-1 1-2 0,5 0-1 0,-6 2 1 15,5 1-1-15,-5 2-2 0,4 0 2 16,-5 0-2-16,-1 0 1 0,-5 0 0 0,10 2-1 0,-10-2 0 15,11 10 1-15,-11-10-1 0,11 12-1 0,-5-3 0 16,-6 1 0-16,0 2 0 0,0 4 0 0,0 1 0 16,-6 0 0-16,0 1-1 0,-1 1 2 0,-2 0-1 15,5-2 0-15,-5 0 0 0,1 1 0 0,1-3 0 16,1 1 1-16,-1-4 3 0,-5 0-1 0,1 0 1 16,4-1-1-16,-1-4 5 0,-1-2 0 0,0-2 0 15</inkml:trace>
  <inkml:trace contextRef="#ctx0" brushRef="#br0" timeOffset="55594.37">5232 14855 1130 0,'0'-2'0'0,"0"2"0"0</inkml:trace>
  <inkml:trace contextRef="#ctx0" brushRef="#br0" timeOffset="56483.16">5226 14781 904 0,'0'-2'0'0,"0"2"0"15,-5 0 0-15,5 0 71 0,-6-3-1 0,6 3 1 16,-9-2 0-16,9 2 31 0,-24 0 0 0,24 0 0 15,-30 0 1-15,30 0-62 0,-30 5 0 0,30-5 1 16,-32 12-1-16,32-12-22 0,-31 14 0 0,31-14 1 0,-26 16 0 16,26-16-11-16,-13 10 0 0,13-10 0 0,-17 10 1 15,17-10-6-15,-19 14 1 0,19-14-1 0,-17 14 2 0,17-14-4 16,-22 19 0-16,22-19 1 0,-24 19 0 0,24-19-1 16,-19 12 0-16,19-12 1 0,-13 11-1 0,13-11-1 15,-9 8 1-15,9-8 1 0,-8 5-1 0,8-5 1 16,0 4 2-16,0-4-2 0,-1 5 2 0,1-5-1 15,-6 2 1-15,6-2-1 0,0 3 0 0,0-3 0 16,0 7 0-16,0-7 1 0,0 5-1 0,0-5 0 16,0 7 0-16,0-7 1 0,6 7-1 0,-6-7-3 0,1 7 0 15,-1-7 1-15,0 7-1 0,0-7-1 0,0 9 0 16,0-9 0-16,0 3 0 0,0-3-1 0,0 4 1 16,0-4 0-16,0 3 0 0,0-3-2 0,0 7 2 15,0-7 0-15,0 3 0 0,0-3-1 0,0 4 1 16,0-4-1-16,0 2 1 0,0-2-1 0,2 3 1 15,-2-3 0-15,10 2 0 0,-10-2-1 0,1 0 1 16,-1 0 0-16,6 0 0 0,-6 0-1 0,0 0 1 0,0 0 0 16,0 0 0-16,0 0-1 0,0 0 1 0,0 0-1 15,0 0 1-15,0 0-2 0,0 0 2 0,0 0-1 16,0 0 1-16,0 0-1 0,0 0 1 0,0 0-1 16,0 2 1-16,0-2-1 0,0 10 1 0,0-10-1 15,0 5 1-15,0-5-1 0,0 7 1 0,0-7-1 0,0 7 1 0,0-7-2 16,0 9 2-16,0-9-1 15,-2 13 1-15,2-13-1 0,-5 11 1 0,5-11-1 16,-4 7 1-16,4-7-1 0,0 5 1 0,0-5 0 16,0 2 0-16,0-2 0 0,0 3 0 0,0-3 0 0,0 4 0 15,0-4 0-15,-2 3 0 0,2-3 0 0,0 0 0 0,0 0 0 0,0 0 0 16,0 0 0-16,0 0 0 0,0 0-1 16,0 0 1-16,0 0 0 0,0 0 0 0,0 0-1 15,0 0 1-15,0 0 0 0,0 0 0 0,0 0-1 16,0 0 1-16,0 0 0 0,-4 0 0 0,4 0-2 0,-2 0 2 15,2 0 0-15,0 0 0 0,0 0 0 16,0 0 0-16,0 0 0 0,-1 0 0 0,1 0 2 0,0 0-1 16,0 0 0-16,-4 0 1 0,4 0 4 0,0 0-1 0,0 0 1 15,0 0 0-15,0 0 4 0,0 0 1 16,0 0 0-16,0 0 0 0,0 0 2 0,-2 0 0 0,2 0-1 16,2 0 2-16,-2 0-3 0,4-2 0 15,-4 2 1-15,0-5-1 0,0 5-2 0,0-12 0 0,0 12 0 16,1-22 1-16,-1 22-7 0,12-30 1 15,-12 30-1-15,13-28 1 0,-13 28-1 0,13-17-1 0,-13 17 0 16,16-12 0-16,-16 12-2 0,19-10 2 0,-19 10-1 0,19-9 0 0,-19 9-1 16,18-3 0-16,-18 3 0 15,13-4 0-15,-13 4 0 0,13 2 0 0,-13-2 0 0,19 7 0 0,-19-7 0 16,37 8 0-16,-37-8 0 16,25 18 0-16,-25-18 0 0,13 19 0 0,-13-19 0 0,11 24 0 15,-11-24 0-15,7 33 0 0,-5-14 0 16,2 0 0-16,1 2 2 0,-3 5 0 0,-2-2 0 0,-5 0 1 0,-1 0 2 15,-1 1 2-15,-6-1 0 16,0 0 0-16,0-2-1 0,-2 1 2 0,0 1 0 16,-2-5 0-16,2 0-1 0,-7-3 0 0,3-2 0 15</inkml:trace>
  <inkml:trace contextRef="#ctx0" brushRef="#br0" timeOffset="57099.29">5389 14743 1557 0,'-2'1'0'0,"2"-1"0"0,2 6 0 0,-2-6 32 16,7 3 0-16,-7-3 1 0,9 3-1 0,-9-3 20 0,8 6-1 16,-8-6 1-16,18 7 1 0,-18-7-17 15,21 8 1-15,-21-8 0 0,30 19 0 0,-12-5-22 0,5 2 1 16,-8 3 0-16,-4-2 1 0,-6 4-15 0,1 1 1 0,-4 3 1 16,-2 0-1-16,0 3-3 0,-2 0 0 15,-4-2 0-15,-3 3 1 0,-6 2-2 0,-2 1 1 0,2-1 0 16,4 0 0-16,-2 2-2 0,2 0 0 15,-2-2-1-15,-4 0 2 0,2-2 0 0,-3 1 1 0,5-4-1 16,-4-2 1-16,4-3 1 0,5-1 0 16,-3 0 0-16,-2-3 0 0,-4-2 4 0,3-1 1 0,0-2-2 15</inkml:trace>
  <inkml:trace contextRef="#ctx0" brushRef="#br0" timeOffset="57695.41">5860 15203 1281 0,'0'0'0'0,"0"0"0"0,0 0 0 0,0 0 60 16,-7 0 0-16,7 0 0 16,-4 0 0-16,4 0 2 0,-2 0 1 0,2 0-2 0,0 0 2 15,0 0-36-15,0 0 0 0,0 0 0 16,0 0 1-16,0 0-21 0,6-3 0 0,-6 3-1 0,24-7 1 16,-24 7-5-16,31-13 2 0,-12 8-2 0,0 4 1 15,-4 2-3-15,1 3 0 0,-3-1 0 0,4 1 1 0,-4 1-1 16,2 4 0-16,2-1 0 0,-4-1 0 0,4-2-1 15,-4 0 0-15,-4 2 0 0,0 0 1 0,-1-2-2 16,-3 1 0-16,-5-6-1 0</inkml:trace>
  <inkml:trace contextRef="#ctx0" brushRef="#br0" timeOffset="58048.24">5897 15385 1306 0,'0'0'0'0,"0"0"0"0,0-2 0 15,0 2 11-15,-7-2 0 0,7 2 0 16,-4-3 2-16,4 3 13 0,0-2 0 0,0 2 0 16,0 0 1-16,0 0-8 0,0 0 2 0,0 0-2 15,0 0 1-15,0 0-11 0,9 0 1 0,-9 0-1 0,8-2 1 16,-8 2-3-16,7-3-1 0,-7 3 1 0,11-4 1 0,-11 4-2 16,13-3-1-16,-13 3 1 0,17-4 1 15,-17 4-2-15,21-3 1 0,-21 3-1 0,18 2 1 0,-18-2-4 0,19 7 0 16,-19-7 1-16</inkml:trace>
  <inkml:trace contextRef="#ctx0" brushRef="#br0" timeOffset="59224.46">6512 15198 1608 0,'0'-2'0'0,"0"2"0"0,-5 0 0 0,5 0 2 0,-6-2 0 16,6 2 0-16,-2-3 2 15,2 3 4-15,0-4 1 0,0 4 0 0,2-3-1 16,-2 3-1-16,9-4 0 0,-9 4 0 0,2-3 1 15,-2 3-8-15,11-3 0 0,-11 3 0 0,13-6 1 16,-13 6-2-16,13-7 1 0,-13 7 0 0,21-12 0 0,-21 12-3 16,28-14 1-16,-28 14 0 0,28-13 0 0,-28 13 0 15,35-14 2-15,-16 7-1 0,-1 0 1 0,-5 2-1 16,1 0 1-16,-1 1-1 0,-2 2 1 0,0 2-1 16,-5 0 1-16,1-1-1 0,0 1 1 0,5 0-1 0,-1 0 1 15,-2 0-1-15,0 0 1 0,-1 1 0 16,-3 5 0-16,1 0 0 0,0 1 0 0,-5 0 0 15,-1 2 1-15,-5 3 0 0,-1 4 0 0,-3 1 1 0,-6 2 0 16,2 0 1-16,0 0-1 0,2 0 4 0,2-2 0 0,-1 1 1 16,1-3 0-16,0 1 4 0,1-2 0 15,3 0 0-15,-1-6 2 0,4 1-3 0,0-2 1 0,2-7-1 16,-5 10 1-16,5-10-2 0,-4 9 0 0,4-9 0 16,0 7 1-16,0-7-4 0,-2 7 1 0,2-7-2 15,0 3 2-15,0-3-5 0,0 4 2 0,0-4-1 16,0 3 0-16,0-3-1 0,0 4 0 0,0-4-1 15,0 0 1-15,0 0-2 0,11-2 0 0,-3 0 0 0,-1 0 1 16,6-1-1-16,4-1 0 0,-4 3 0 16,-2-1 0-16,-2 0-1 0,1 2 1 0,-10 0-1 15,7 0 1-15,-7 0-2 0,6 0 1 0,-6 0 0 0,5 0-1 16,-5 0 0-16,6 0 1 0,-6 0 0 16,2 0 0-16,-2 0-1 0,5 0 0 0,-5 0 1 0,0 0 0 0,0 0 0 15,-3 0 1-15,3 0 0 16,-2 0 0-16,2 0 0 0,-6 0 1 0,6 0-1 0,-7-3 1 0,-1 3 3 15,-3 0-1-15,0-2 0 0,0 2 2 16,2 0-1-16,-5 0 2 0,0 0-1 0,1 0 0 0,3 2 0 16,-1 1-1-16,0 2 1 0,0 2 0 0,-2 0-1 15,-2 0-1-15,2 2 0 0</inkml:trace>
  <inkml:trace contextRef="#ctx0" brushRef="#br0" timeOffset="60478.08">6747 15444 690 0,'0'0'0'16,"0"0"0"-16,0 0 0 0,0 0 28 0,0 0 1 0,0 0-1 16,-6 1 1-16,6-1 10 0,0 7 2 0,0-7-1 0,-3 4 1 15,3-4-10-15,-2 3 0 16,2-3 1-16,0 4 0 0,0-4-14 0,0 1 1 0,0-1 1 15,-2-3-1-15,2 3-6 0,-4 0 2 0,4 0-2 16,0-2 2-16,0 2-3 0,-2 0 1 0,2 0 0 16,0-2 0-16,0 2 4 0,0 0 0 0,0 0 0 15,0 0 1-15,0 0 2 0,0 0 1 0,0 0 1 16,0 0-1-16,0 0-1 0,0 0 0 0,0 0 1 0,6 0 0 0,-6 0-2 16,4 0 1-16,-4 0-1 15,3 0 1-15,-3 0-3 0,11 0 1 0,-11 0-1 0,14 6 1 0,-14-6-1 16,9 1 1-16,-9-1-1 15,15-3 1-15,-15 3-2 0,13-4 2 0,-13 4-1 0,15-5 1 16,-15 5-2-16,22-3 0 0,-22 3-1 0,19-4 2 16,-19 4-8-16,18-1 0 0,-18 1 0 0,10 0 0 0,-10 0-5 15,3 0 1-15,-3 0-1 0,6 1 1 0,-6-1-3 0,2 11 0 16,-2-11 1-16,5 12 0 0,-5-12-2 16,0 22 0-16,0-22 0 0,-1 28 2 0,1-28-3 0,-12 28 1 15,12-28 0-15,-16 31 0 0,16-31-1 16,-21 29 1-16,21-29-1 0,-24 26 1 0,24-26 2 15,-32 28 0-15,32-28 0 0,-31 28 1 0,31-28 5 16,-38 24 0-16,20-14 0 0,-5-3 1 0,3-3 4 0,1-3 1 16,-3-1-1-16,7-1 2 0,-4-3 0 0,2 1 0 0,3-3-1 15</inkml:trace>
  <inkml:trace contextRef="#ctx0" brushRef="#br0" timeOffset="61483.3">7474 15289 501 0,'1'-1'0'15,"-1"1"0"-15,6-4 0 0,-6 4 130 0,0-8 0 16,0 8 1-16,0-16-1 0,0 16-117 0,13-22 2 0,-13 22-2 16,11-18 2-16,-11 18-16 0,2-5 1 15,-2 5-1-15,4-7 1 0,-4 7-28 0,5-10 0 0,-5 10 0 16,2-11-1-16,-2 11-38 0,6-13 1 15,-6 13-1-15,2-7 0 0,-2 7 56 0,3-6 0 0,-3 6 0 16,0-3 1-16,0 3 10 0,0-3 1 0,0 3 0 16,0 0 0-16,0 0 16 0,0 0 1 0,0 0 0 15,-3 1 0-15,3-1 18 0,-6 14 1 0,6-14-1 16,-15 23 1-16,15-23-5 0,-22 29 2 0,22-29-1 16,-21 31 1-16,21-31-1 0,-29 31-1 0,29-31 1 0,-27 31 0 15,27-31-6-15,-29 30 1 0,16-13-1 16,1 4 1-16,3 3-3 0,0 4 0 0,-1-4-1 0,-1 2 2 0,-2 0 7 15,-5 0 0-15,5 0 1 16,-4 0 0-16,4 0 14 0,2-4 1 0,1 1 1 0,-1-1-1 0,-2 1-5 16,2-2 1-16,3-2 0 0,-3-2 0 0,4-3-12 0,-4-2 1 15,5-5 0-15</inkml:trace>
  <inkml:trace contextRef="#ctx0" brushRef="#br0" timeOffset="61964.71">7244 15300 1407 0,'-3'2'0'0,"3"-2"0"0,0 1 0 0,0-1 19 16,-2 0 1-16,2 0-1 15,0 0 1-15,0 0 8 0,-2 0 0 0,2 0 0 16,-4 0 2-16,4 0-15 0,0 0 1 0,0 0 0 15,0 0 1-15,0 0-13 0,0 0 1 0,0 0-1 16,0 0 2-16,0 0-4 0,-2 0 0 0,2 0 0 0,0 0 2 16,0 0-2-16,0 0 1 0,0 0 0 0,0 0 0 15,0 0 4-15,8 0-1 0,-8 0 1 0,11 7 1 16,-11-7 3-16,20 19 2 0,-20-19-2 0,25 31 1 0,-18-13 3 16,4 1-1-16,-3 0 1 0,3 0 1 15,-4-2 4-15,3 0 0 0,-7 3 0 0,1-1 0 16,-2 0 0-16,-2 0 0 0,4-2-1 0,-2 0 1 0,3-1-3 15,3-1 1-15,1-1 0 0,-2 2 0 0,-1-2-5 16,1-1 1-16,1 1-1 0,-2 2 1 0,-1 1-8 16,1 2 1-16,-1-1 0 0</inkml:trace>
  <inkml:trace contextRef="#ctx0" brushRef="#br0" timeOffset="63134.2">8170 15082 941 0,'0'0'0'0,"0"0"0"16,6 0 0-16,-6 0 37 0,6-2 1 0,-6 2-1 16,1-2 1-16,-1 2 19 0,0 0-1 0,0 0 0 15,0 0 1-15,0 0-36 0,0 0 2 0,0 0-1 0,0 0 1 16,0 0-11-16,0 0 0 0,0 0 1 15,-1 0-1-15,1 0-4 0,-6 0 1 0,6 0-1 0,-11 7 1 16,11-7-1-16,-21 14 0 0,21-14 0 0,-22 11 1 0,22-11 1 0,-21 10 2 16,21-10-1-16,-22 9 0 15,22-9 0-15,-13 6 2 0,13-6-1 0,-15 7 0 0,15-7 2 0,-22 7 0 16,22-7 0-16,-21 12 0 16,21-12-2-16,-24 13-1 0,24-13 0 0,-19 8 1 15,19-8-5-15,-16 7 1 0,16-7 0 0,-19 9 0 16,19-9-4-16,-28 14 1 0,28-14-1 0,-30 15 1 0,30-15-2 0,-30 26 2 15,30-26-2-15,-24 24 1 16,24-24-1-16,-15 18 0 0,15-18 0 0,-13 17 1 0,13-17-1 16,-5 16 2-16,5-16-2 0,-8 15 1 0,8-15 5 15,-5 14 2-15,5-14-1 0,-6 10 0 0,6-10 3 0,0 11 2 16,0-11-1-16,0 7 1 0,0-7-4 0,0 3 0 0,0-3 1 16,6 7-1-16,-6-7-3 0,13 5 1 15,-13-5 0-15,13 7 0 0,-13-7-5 0,11 7 2 0,-11-7-1 16,9 7 1-16,-9-7-4 0,4 14 0 15,-4-14 1-15,6 10 0 0,-6-10-3 0,7 16 1 0,-7-16 0 16,0 21 0-16,0-21-1 0,-7 20 0 16,7-20 0-16,-12 21 2 0,12-21-2 0,-11 16 0 0,11-16 0 15,-5 10 0-15,5-10 0 0,-2 7 0 0,2-7 0 0,-6 3 1 16,6-3-1-16,-2 4 1 0,2-4-1 16,-5 3 1-16,5-3 0 0,0 4 0 0,0-4 0 15,0 3 2-15,0-3-1 0,-6 4 0 0,6-4 0 16,0 0 2-16,0 0-1 0,-2-2 0 0,2 2 1 15,0-3 0-15,0 3 0 0,0-4 0 0,0 4 1 16,0-3-1-16,0 3-1 0,0-7 1 0,0 7-1 0,8-12 2 16,-8 12-3-16,13-19 0 0,-13 19 0 15,18-23 2-15,-18 23-1 0,26-28 2 0,-26 28-2 0,36-22 1 16,-17 13-1-16,-1 1 0 0,3-1-1 0,1 2 2 0,-3 4-3 0,1-1 1 16,2 1-1-16,-3-1 1 15,-4 2 0-15,2 2-1 0,-8 2 0 0,0 2 0 0,-9-4 1 0,6 5 0 16,-6-5 1-16,4 8 0 15,-1-1-1-15,3 0 0 0,-6 4 1 0,2 4 0 0,2 6-1 0,-4 2 2 16,-6-1-2-16,0 1 1 0,-1-1 1 16,-8 1-1-16,2-1 0 0,4-1 1 0,-1 1 1 15,3 1 1-15,0-2 0 0,-5-2 0 0,-1-2 4 0,2-2 1 16,-2-2-1-16,-4-1 1 0,-1-4-3 0,-3-1 1 16,3-3-1-16</inkml:trace>
  <inkml:trace contextRef="#ctx0" brushRef="#br0" timeOffset="64164.74">8642 15059 1080 0,'2'0'0'0,"-2"0"0"0,11 0 0 0,-11 0 55 0,5 0 1 0,-5 0 0 16,2 0 0-16,-2 0-2 0,4 0 0 0,-4 0 0 16,0 0 0-16,0 0-22 0,0 0 1 15,0 0 0-15,0 0-1 0,0 0-17 0,0 0-1 0,0 0 1 16,-6 0 1-16,6 0-10 0,-5 0 2 0,5 0 0 16,-23 6 0-16,23-6-5 0,-37 12 2 0,17-7-2 15,1 2 2-15,2 1-4 0,2 3 1 0,2-3-1 16,-5 1 1-16,1 0 1 0,2-1-1 0,-4 1 0 15,3 0 0-15,1 1-1 0,-2 0 2 0,0 1-1 16,8-2 0-16,0-1 0 0,1 1 2 0,1-2-2 16,1-2 1-16,6-5 2 0,-7 10-1 0,3-3 1 15,2 2-1-15,-4 0 3 0,5 1 0 0,-5-3 0 0,2 1-1 16,2 1 2-16,2 0 0 0,0-1 0 0,0 1 0 0,0-4 0 16,0 2 1-16,0 0-2 0,0 0 2 15,0 0 4-15,0 0-1 0,2 2 0 0,2 1 1 0,2 0 0 16,-6 1 2-16,0-3-1 0,-4 1 1 15,2 0-4-15,-2-1 2 0,2 1-1 0,2-2 0 0,0-7-3 0,-3 9 1 16,3-9 0-16,-2 3 1 0,2-3-1 16,-2 3 0-16,2-3 0 0,0 4 1 0,0-4-1 15,0 3 0-15,0-3 0 0,0 2 0 0,0-2 1 16,0 0 0-16,0 0 0 0,0 0 0 0,0 0 2 16,0 0 0-16,0 0-1 0,0 0 2 0,0 0-1 15,0 0 1-15,0 0-1 0,0 0 1 0,0 0-3 0,0 0 1 16,0 0 1-16,0 0-1 0,0 0-2 0,-4-2 0 0,4 2 0 15,4-3 0-15,-4 3-3 0,2-4 1 16,-2 4-1-16,5-5 1 0,-5 5-4 0,15-12 0 0,-3 4 1 16,-1-1 1-16,2-5-5 0,-2 0 1 0,-2 2-1 15,2 2 1-15,2 3-2 0,0 2 1 0,-1-1-1 16,-1-1 2-16,-4 2-2 0,4 2 0 0,1 1 0 0,1 0 0 16,2 2 0-16,3 0 0 0,-1 4 0 15,2 3 0-15,-4 5-2 0,1 3 2 0,-4 3-1 16,1-1 1-16,-6 0 0 0,4 2 0 0,-5 0 0 15,1 0 0-15,-1-1 0 0,-4-1 0 0,1 0 0 0,-3-1 0 16,-5-2 0-16,-1-2 1 0,-1 0-1 16,1-2 2-16,-5 1 0 0,-2-4 0 0,0 0 0 0,0-2 2 15,-4 0-1-15,0-2 2 0,-1 1-2 0,-3-2 1 0,-3-1 1 16,-2 1-1-16,0 0 1 16,-4-2-1-16,4 0-1 0,-4-2 0 0,6 4-1 0,3 0 2 0,8-1-4 15,-2 3 1-15,6-3 0 0</inkml:trace>
  <inkml:trace contextRef="#ctx0" brushRef="#br0" timeOffset="64850.03">9158 15437 12 0,'0'0'0'0,"0"0"0"16,0 0 0-16,0 0 159 0,-4 0 1 0,4 0-1 15</inkml:trace>
  <inkml:trace contextRef="#ctx0" brushRef="#br0" timeOffset="65114.2">9091 15414 438 0,'0'0'0'0,"0"0"0"15,0-2 0-15,0 2 19 0,0-3 0 0,0 3 1 16,-2-4-1-16,2 4 27 0,0-3 1 0,0 3-1 0,-4-2 1 15,4 2 6-15,0 0-1 0,0 0 1 16,0 0 0-16,0 0-11 0,-2 0 1 0,2 0 0 0,0 0-1 0,0 0-3 16,0 0 0-16,0 0-1 0,2 2 1 0,-2-2 1 15,4 7-1-15,-4-7 0 0,6 3 2 0,-6-3-7 16,14 7 1-16,-14-7 0 0,36-1 1 0,-10-1-8 16,4-2 1-16,1-1 0 0,-4 0 0 0,-3 0 5 15,2-2 1-15,-2 2 0 0,-2 1-1 0,1 4-6 0,-1 0 2 16,-3 0-2-16,-4 2 1 0,-4 0-8 15,-4 1 2-15,-7-3-1 0,6 5 1 0,-6-5-11 0,4 6 1 0,-4-6 0 16,-4 12 0-16,2-5-8 0,2-1-1 0,-4 1 1 16,1 2 0-16,-1 1-5 0,2 1 1 0,-4-4 0 15</inkml:trace>
  <inkml:trace contextRef="#ctx0" brushRef="#br0" timeOffset="65515.34">9251 15279 1431 0,'0'0'0'0,"0"0"0"0,-4 0 0 0,4 0 16 16,-1 0 0-16,1 0 0 0,-2 0-1 0,2 0 27 0,0 0 0 0,0 0 0 15,0 0 1-15,0 0-11 16,-4 5 2-16,4-5-2 0,-2 12 2 0,2-12-13 15,0 21 1-15,0-21-1 0,0 26 0 0,0-26-4 16,0 33 0-16,0-16 0 0,0-1 1 0,0-1-4 0,0 1 2 16,0 0 0-16,6 1-1 0,-4 0 0 0,3 1 0 0,-3 1-1 15,2 0 1-15,-4 0-5 0,0 0 0 16,0 0 0-16,0 0 1 0,0-2-4 0,0 0 1 16,-4 1-1-16</inkml:trace>
  <inkml:trace contextRef="#ctx0" brushRef="#br0" timeOffset="66445.41">9723 15172 1646 0,'-4'0'0'0,"4"0"0"15,4 0 0-15,-4 0 21 0,0 0 0 0,0 0 1 0,0-2-1 16,0 2 15-16,0-3 0 0,0 3 0 0,0 0 0 0,0 0-22 16,0 0 2-16,0 0-1 0,0-6 0 15,0 6-12-15,0-3 0 0,0 3 0 0,5-3 1 0,-5 3-1 16,8-4 0-16,-8 4 1 0,5-3 0 0,-5 3 0 16,13-4 0-16,-13 4-1 0,21-2 2 15,-21 2-3-15,31 6 2 0,-31-6-1 0,30 7 0 0,-30-7 0 16,17 12-1-16,-17-12 0 0,15 17 1 0,-15-17-3 15,22 14 1-15,-22-14 1 0,15 19-1 0,-15-19-1 16,6 24 1-16,-6-24-1 0,3 21 1 0,-3-21 0 0,4 19 0 16,-4-19 0-16,-2 21 2 0,2-21-1 0,-13 20 0 15,13-20 0-15,-18 25 2 0,18-25-1 0,-26 26 0 16,26-26 1-16,-28 24 0 0,28-24 4 0,-34 27 0 0,15-14 0 16,3-1 0-16,3-2 3 0,1-1 0 15,3-1 0-15,4-1 1 0,5-7 0 0,-12 11 0 0,12-11 1 16,-7 8 0-16,7-8-8 0,-13 7-1 15,13-7 1-15,-11 7 0 0,11-7-3 0,-12 7 2 0,12-7-2 16,-1 5 1-16,1-5-1 0,-4 7 0 0,4-7 0 16,-2 7 0-16,2-7-1 0,0 7 2 0,0-7-1 15,7 9 0-15,-3-1 1 0,4 3 2 0,3 1-2 16,2 0 2-16,6-2-1 0,1 1 2 0,-1-3 0 16,-3 3-1-16,-3-3 3 0,-1 1 1 0,1-2 0 15,-4-4 0-15,0-1 1 0,1 0 1 0,1 0-1 16,0-2 2-16,0-2-1 0,2 0 1 0,-5-1-1 0,3-1 2 0,-4 1-8 15,1-1 1-15,-8 4 0 16</inkml:trace>
  <inkml:trace contextRef="#ctx0" brushRef="#br0" timeOffset="68164">10499 15367 12 0,'0'0'0'0,"0"0"0"16,0-1 0-16,0 1 23 0,-5-4 1 0,5 4 0 15,-2-3-1-15,2 3 1 0,-4-4-1 0,4 4 1 0,-2-3 0 0,2 3 43 16,0-4-1-16,0 4 0 15,0-3 1-15,0 3-28 0,0-4-1 0,0 4 0 0,-5-3 1 0,5 3-14 16,-4-5 1-16,4 5 0 16,0-4-1-16,0 4 4 0,-4-1 2 0,4 1-1 0,0-4 0 15,0 4 6-15,0-2 0 0,0 2 0 16,0 6 0-16,0-6 7 0,0 10-1 0,0-10 1 0,-5 29 1 16,1-3-7-16,2 5 0 0,-3-1 0 0,3-4 1 0,-4-4-5 15,6-3-1-15,-4 2 1 0,3-5 0 0,-7-1-10 16,3 1-1-16,-1-4 1 0,2-2-1 0,2-3 2 15,1-2-1-15,1-5 1 0,-4 6-1 0,4-6 2 16,0 3 0-16,0-3-1 0,0 4 1 0,0-4-4 16,0 0 1-16,0 0-1 0,4-9 1 0,3-1-4 0,0-8 2 15,6-4-1-15,4-4 0 0,4-5-5 0,1-6 2 16,-1 3-1-16,-3 1 0 0,1 2-4 0,-2 1 1 0,-2 6-1 16,1 2 1-16,-3 1-3 0,4 2 0 15,-4 3 0-15,2 4 1 0,-2 2-4 0,2 3 0 16,-6 3-1-16,1 4 2 0,-10 0-6 0,3 0 0 15,-3 0 0-15,15 0 1 0,-7 5-2 0,3 4 2 0,2 1-1 16,-6 3 0-16,1 4-1 0,-3-2 1 16,-1 3 0-16,-2-3 0 0,-2-3-1 0,-2 1 1 0,2 0 0 15,-5 3 1-15,5 1-1 0,-4 1 0 0,2-3 0 0,-5 1 1 16,1-1 2-16,-5 1 0 0,3 0 1 16,-3-3-1-16,4-2 5 0,1-3 0 0,2 1 0 0,2-2 0 15,2-7 4-15,-1 7 1 0,1-7-1 16,-6 3 2-16,6-3 4 0,-4 4 1 0,4-4-1 0,0 3 1 15,0-3-2-15,0 0 0 0,0 0 0 16,0-3 1-16,0 3-3 0,10-7 1 0,-3-2 0 0,4-6 0 16,8-6-5-16,0-3 0 0,-1-1 1 0,1 3 0 15,-6 5-8-15,0-1 0 0,-2 3 0 16,4 3 0-16,-2 1-5 0,4 3 1 0,-4 1-1 0,-2 1 2 0,-2 1-2 16,1 4 0-16,-10 1 0 0,9-7 0 15,-9 7 0-15,11-2 0 0,-11 2 0 0,11 0 1 0,-11 0-1 0,11 0 1 16,-11 0 0-16,8 9 0 15,-2-6 0-15,-5 4 1 0,3 0 0 0,-4 2 0 0,2 4 1 16,-2 3 2-16,-2 1-2 0,-3 1 1 0,-5-1 1 0,1 0-1 0,0 0 1 16,1-1-1-16,6-2 1 0,-1-2-1 15,1-2 1-15,2 1 1 0,-6-1-2 0,4-5 1 0,-3 2-1 16,1 0 2-16,2 0-3 0,-4 0 1 16,5 0 0-16,1-2 0 0,0-5-1 0,-6 11-1 0,6-11 0 15,-6 8 1-15,6-8-3 0,0 5 0 16,0-5 0-16</inkml:trace>
  <inkml:trace contextRef="#ctx0" brushRef="#br0" timeOffset="68879.27">11357 15293 1796 0,'-8'-2'0'0,"8"2"0"0,-9-2 0 0,9 2 20 16,-2-1 2-16,2 1-2 0,-4 0 1 0,4 0 6 0,0 0 0 16,0 0 0-16,0 0 1 0,0 0-16 0,0-2 1 15,0 2-1-15,0 0 0 0,0 0-12 0,-2 0 0 16,2 0 0-16,-1 0 2 0,1 0-5 0,-12 5 2 16,12-5-1-16,-22 18 1 0,22-18-4 0,-34 31 2 15,16-14-2-15,5 0 2 0,2 1 1 0,3-1 1 0,-3 0 0 16,3 1-1-16,-1-1 2 0,5 0 0 15,4-1 0-15,-5-1 0 0,1-1 3 0,2-2 0 16,2-3 0-16,2 0 1 0,2-3 6 0,1-2 0 0,-5-4 0 16,2 7 1-16,-2-7 4 0,2 7 0 0,-2-7-1 15,4 7 1-15,-4-7-2 0,11 3 2 0,-3-1-2 0,-1 0 2 16,4-1-4-16,4 3 0 0,0-4 0 16,-2-4 2-16,-6 3-5 0,5-3 0 0,-7 1-1 0,3-1 2 15,-1 1-4-15,1-1 0 0,1-1 0 16,4-2 1-16,-2-1-3 0,4-3 0 0,-4 1 1 0,0-2 0 15,2 0 2-15,-3-1-1 0,-1 1 1 16,0 2 1-16,1 3-2 0,-5 2 1 0,-5 5 0 16,8-12-1-16,-8 12 2 0,5-11 0 0,-5 11-1 0,0-10 1 0,0 10 0 0,0-9 1 15,0 9-2-15,-5-3 2 16,5 3 0-16,-6-7 0 0,6 7 0 0,-7-7 0 0,7 7 2 0,-13-7 0 16,3 4 0-16,3-1 1 15,-1 1 0-15,-1-1 2 0,0 4-2 0,3-3 1 0,-1 1 1 0,1 0-1 16,6 2 0-16,-9 0 2 15,9 0-3-15,-8-1 0 0,8 1 0 0,-7 0 2 0,7 0-4 0,-7 0 1 16,7 0-1-16,-6 0 1 0,6 0-2 0,-9 0 0 0,9 0 0 16,-8 0 1-16,8 0-5 0,-7 5 2 15,7-5-1-15,-8 7 1 0,8-7-5 0,-15 7 1 0,15-7 0 16</inkml:trace>
  <inkml:trace contextRef="#ctx0" brushRef="#br0" timeOffset="69714.45">11763 15258 1909 0,'4'-3'0'0,"-4"3"0"16,1-7 0-16,-1 7 17 0,0-7 1 0,0 7-1 0,0-3 1 0,0 3 8 0,4-6 0 15,-4 6-1-15,9-5 2 16,-9 5-25-16,12-7 0 0,-12 7-1 0,5-10 1 15,-5 10-3-15,2-4 0 0,-2 4 0 0,-2-3 0 16,2 3-7-16,-2-3 1 0,2 3-1 0,-11 1 1 0,11-1-6 16,-24 7 1-16,5 0-1 0,-1 5 1 0,-3 5 5 0,-3 3 1 0,4-1-1 15,3 0 0-15,6 1 5 16,4 1 1-16,0 3-2 0,1 1 2 0,1-3 2 16,1 1 1-16,1-1-1 0,-1 1 0 0,0-1 9 0,1-1 0 15,1 0 0-15,-1-2 1 0,5-2 11 0,0 0-1 0,0-1 0 16,0-4 1-16,1-2-3 0,3-3 0 15,-4-7 0-15,8 11 1 0,-1-8-4 0,0 1-1 16,3-1 1-16,-3-1 1 0,6-1-7 0,4 1 1 16,-4-2 1-16,0-2-1 0,0-1-7 0,0-2 1 0,4-4-1 15,-2-1 2-15,4-1-3 0,3 1 1 16,-7-4-1-16,0 0 0 0,-2 2 0 0,0 0-1 0,-2-3 0 16,-2-3 0-16,4-1 1 0,2-3-1 0,-2-3 0 0,0 1 1 15,-5 0-1-15,3 0-1 0,-4-2 0 16,1-2 0-16,1 2 0 0,-1-2 1 0,-3 1-1 15,1-1 2-15,-6 0 0 0,2 2 1 0,-2 2 0 16,-2 2 0-16,2 1 2 0,-4-3 1 0,2 3-2 16,-2 2 2-16,1 2 0 0,-1 3 1 0,2-2-1 15,-3 1 1-15,5 3 1 0,-4 3 1 0,2 2-1 0,0 2 1 16,2 5-1-16,0-12 2 0,0 12-2 0,0-9 1 0,0 9-1 16,0-3 1-16,0 3-1 0,0-4 1 15,0 4-3-15,0-3 0 0,0 3 0 0,0 0 1 0,0 0-2 16,0 0-1-16,0 0 1 0,0 7-1 15,2 1-1-15,4 3 0 0,-6 2 1 0,0 6-1 16,0 6 0-16,-6-1-1 0,4 0 0 0,2 0 1 0,0-1-2 16,0-2 0-16,0 3 0 0,2 2 2 0,4 2-2 15,-1-1 1-15,1 1 0 0,-6 1 0 0,3 2-1 16,1-1 2-16,-2-1-2 0,2 1 1 0,-4 1 1 0,0 0 0 16,0-3-1-16,0-2 2 0,0-4-1 0,0-1 2 15,2 0-1-15,1-2 0 0,-3-4 0 16,-3-3 0-16,6 1 0 0,-3-3 0 0,2-3-1 0,0-2 0 15,-2-5 1-15,4 10-1 0,-4-10-2 0,7 11 1 16,-7-11-1-16,4 10 0 0,-4-10-3 0,7 7 1 16,-7-7-1-16</inkml:trace>
  <inkml:trace contextRef="#ctx0" brushRef="#br0" timeOffset="70464.24">12480 15020 1595 0,'-4'-2'0'0,"4"2"0"0,-1-4 0 0,1 4 13 0,0-3-1 16,0 3 0-16,-4-4 2 0,4 4 8 0,-4 0 1 0,4 0-1 15,-4 0 1-15,4 0-7 0,-7 2 1 0,7-2 0 0,-13 7 0 16,13-7-12-16,-13 5 1 16,13-5 0-16,-15 7-1 0,15-7-2 0,-9 5 0 0,9-5 0 15,-13 7 1-15,13-7-1 0,-12 7 0 0,12-7 1 16,-5 7 0-16,5-7 3 0,-6 5 0 0,6-5-1 15,-2 7 2-15,2-7 2 0,-3 7 0 0,3-7 1 16,5 9 0-16,-5-9 6 0,17 17 1 0,-17-17 0 16,28 14 0-16,-6-11 4 0,3 3 0 0,-1-3 1 15,2-1-1-15,-2 0 0 0,0-2-1 0,2 0 0 16,-1 0 1-16,3 0-6 0,-1 0 1 0,-2 0 0 0,-3 0 1 0,-3 0-5 16,-3-2 2-16,1 0 0 15,-4 0-1-15,0-1-3 0,-7-1 2 0,-6 4-1 16,13-3 1-16,-7 3-6 0,1-5 2 0,-7 5 0 15,11-4 0-15,-11 4-1 0,4-3 0 0,-4 3 0 0,4-4 1 0,-4 4-1 16,5-1 0-16,-5 1-1 0,2 0 2 0,-2 0-1 0,4 1 1 0,-4-1-1 16,0 16 1-16,-4-2-2 15,2 5 1-15,-5 5-1 0,-3 0 1 0,-3 2-1 0,-2 0 0 0,1 4 0 16,-1-1-1-16,2-3 0 16,0 2 1-16,1 1-2 0,-1 1 2 0,4 1-1 0,0 3-1 0,-1 1 1 15,1-2-1-15,0-4 1 16,-1 1 1-16,1-3-2 0,0 3 2 0,3-3-2 15,-1 1 0-15,1-2 0 0,1-3 0 0,5-4-1 16,1-4 0-16,3-1 1 0,-4-4-1 0,0-10-4 0,-4 9 1 16,4-9 0-16</inkml:trace>
  <inkml:trace contextRef="#ctx0" brushRef="#br0" timeOffset="70797.35">12486 15518 1709 0,'0'-2'0'0,"0"2"0"0,2-2 0 0,-2 2 19 15,0-5 1-15,0 5 0 16,1-5 0-16,-1 5 7 0,10-5 0 0,-10 5 0 0,5-9 1 0,-5 9-5 15,8-14-1-15,-8 14 0 16,7-13 2-16,-7 13-15 0,8-16 1 0,-8 16-1 0,11-17 1 16,-11 17-4-16,11-16-1 0,-11 16 1 0,11-10 1 15,-11 10-2-15,13-9 1 0,-13 9 0 0,26 0 0 0,-1 0-2 16,4 0 0-16,-2 4 0 0,-1 1 0 16,3 3-2-16,-3 3 2 0,1 1-1 0,-3-5 0 0,-2 0-2 15,-1 0 1-15,-1 0-1 0</inkml:trace>
  <inkml:trace contextRef="#ctx0" brushRef="#br0" timeOffset="71364.12">13252 15437 1658 0,'-2'0'0'0,"2"0"0"0,3 0 0 0,-3 0 3 0,10 0 1 0,-10 0-1 16,13 0 2-16,-13 0 0 0,18 0 1 15,-18 0 0-15,38-6 0 0,-12 1-2 0,5-2 0 0,1-1-1 16,-2-1 2-16,0 0-4 0,-6 1 0 0,8-1 0 0,-4 0 0 0,1 2 1 16,1 4-1-16,-4 0 0 15,-2-1 0-15,-1 1-1 0,-3-1 0 0,-3 2 0 0</inkml:trace>
  <inkml:trace contextRef="#ctx0" brushRef="#br0" timeOffset="71764.14">13307 15712 1834 0,'0'0'0'0,"0"0"0"15,0-4 0-15,0 4 0 0,0-1 1 16,0 1 1-16,8-4-1 0,-8 4-1 0,17-10 1 0,-17 10-1 16,29-14 1-16,-8 9-2 0,3-1 0 0,-3 1 0 0,1 0 1 0,-3 0-12 15,-1 1 1-15,1 4 0 16,0 0 0-16,1-3-24 0,2 1 0 0,5 2 0 16</inkml:trace>
  <inkml:trace contextRef="#ctx0" brushRef="#br0" timeOffset="73978">14222 15196 12 0,'0'0'0'16,"0"0"0"-16</inkml:trace>
  <inkml:trace contextRef="#ctx0" brushRef="#br0" timeOffset="74295.35">14233 15142 12 0,'0'-1'0'0,"0"1"0"0,0-4 0 16,0 4 0-16,0-3 0 0,0 3 0 15,2-7 0-15,-2 7 10 0,10-9 0 0,-10 9 0 0,9-15 1 16,-9 15 45-16,4-18 2 0,-4 18-1 15,5-12 0-15,-5 12-11 0,2-12 1 0,-2 12 0 16,4-9 1-16,-4 9-14 0,2-5 2 0,-2 5-1 0,0-7 1 16,0 7 0-16,0-7 0 0,0 7 0 0,0-5 0 15,0 5 2-15,0-7 1 0,0 7-1 16,5-12 1-16,-5 12 3 0,6-15 0 0,-6 15-1 0,6-18 2 16,-6 18-7-16,5-12 1 0,-5 12 0 0,8-10 0 0,-8 10-9 0,7-5 0 15,-7 5 0-15,7 5 0 16,-7-5-5-16,10 12 1 0,-10-12 0 0,3 40 0 0,-1-14-4 0,-2 10 2 15,-2 2-2-15,-1 2 1 16,-3 1-2-16,-1 1 0 0,-3-2 1 0,-1 0 0 0,-4-4-2 16,2 2 1-16,0 0-1 0,2-2 1 0,5-1 1 15,1-2 0-15,-1-2 0 0,1-2 1 0,1-3 4 0,-2-5 2 16,1 0-1-16,3 0 1 0,2-2-1 0,0-2 1 0,2-5 0 16,0-1 0-16,-2-11-4 0,0 6 1 15,0-6-1-15</inkml:trace>
  <inkml:trace contextRef="#ctx0" brushRef="#br0" timeOffset="75495.71">14822 15087 237 0,'6'-7'0'0,"-6"7"0"16,7-9 0-16,-7 9 154 0,0 0 0 0,0 0 0 0,0-5 0 0,0 5-121 15,8-7 1-15,-8 7-1 16,9-7 1-16,-9 7-8 0,0-3 0 0,0 3-1 0,0-4 1 0,0 4-16 16,-2-3 2-16,2 3-2 0,0-2 1 0,0 2-7 0,0-1 1 0,0 1-1 15,0 0 1-15,0 0 2 16,-4-4-1-16,4 4 1 0,0-3 0 0,0 3 10 16,0-2-1-16,0 2 1 0,-3 0 1 0,3 0 6 15,0-2 1-15,0 2-1 0,-2 0 1 0,2 0 0 0,-6-2 0 0,6 2 1 16,-3 4 0-16,3-4 0 15,-4 2 1-15,4-2 0 0,-6 8 0 0,6-8-8 0,-17 25 0 0,6-8 0 16,2 2 1-16,-4 3-4 0,0 4-1 0,2 0 1 16,-2 0 0-16,7 2-5 0,-1 1 1 0,1 1 0 15,-5-4 0-15,0-2 1 0,-2 0 2 16,5 0 0-16,-1-1-1 0,5-1 10 0,-1 1-1 0,-3-2 1 16,3-1 0-16,-1-1 2 0,0 1 3 0,3-3-3 15,1 0 2-15,0-1-2 0,-2-2 1 0,2-2-1 16,4-4 1-16,2-1-2 0,0-3 0 0,-4-4 0 15,9 10 1-15,-2-3-2 0,5 2-1 0,-5-1 1 16,0 1 0-16,3 0-6 0,-5-1 0 0,3-1 0 16,-1 0 0-16,4-5-3 0,-1 0-1 0,-1-1 1 15,-1 1 0-15,-8-2-2 0,7 2 2 0,-7-2-2 16,9-4 2-16,-9 4-6 0,6-3 1 0,-6 3-1 0,15-5 1 0,-4-2-3 16,0-2-1-16,2-3 1 0,0 0 1 15,0-2-3-15,2 0 2 0,0 2-1 0,-6-2 1 0,1 0-3 16,-1 0 1-16,0 1-1 0,-1 1 0 15,-3 1 0-15,1 3-1 0,-2 1 1 0,-2 0 0 16,-1 0-3-16,-1 0 1 0,0 7 0 0,0-9 0 16,0 9-1-16,0-3 1 0,0 3-1 0,-1-5 2 15,1 5-2-15,0 0 1 0,0 0 0 0,-2-4 0 0,2 4 1 0,-4-3 0 0,4 3-1 16,-4-4 2-16,4 4 0 16,-2-3 1-16,2 3-1 0,-9 0 2 0,9 0-1 0,-13-4 2 0,4 4-1 15,-2 0 0-15,-2 0 1 16,-1 0 1-16,0 0-1 0,1 0 1 0,3 0-2 15,-3 2 1-15,2 3 0 0,-6 0 0 0,2 1-2 0,-1 0 2 16,-1 3-2-16,0 0 2 0,2-1-1 0,2 1-1 16,2 0 1-16,2-1 1 0,-1-1-5 0,3 0 1 15,1 0 1-15,1 0-1 0,-3 0-3 0,1 0 1 0,1 0-1 16</inkml:trace>
  <inkml:trace contextRef="#ctx0" brushRef="#br0" timeOffset="76444.33">15204 15092 1344 0,'-2'0'0'0,"2"0"0"0,0 0 0 0,0 0 28 0,-1 5 1 0,1-5-1 16,-6 6 1-16,6-6 5 0,0-2 0 0,0 2-1 16,-4-4 1-16,4 4-41 0,-4-3 1 0,4 3-1 15,-3-4 0-15,3 4-62 0,-2-3-1 0,2 3 0 16,-6-3 2-16,6 3-13 0,-3-4 0 0,3 4 1 16,-2-3 0-16,2 3 72 0,0-4 1 0,0 4 1 15,0-3-1-15,0 3 8 0,0 0 0 0,0 0 0 16,0 0 0-16,0 0 16 0,0 0 0 0,0 0 0 15,7 7 0-15,-7-7 20 0,17 13 0 0,-17-13 0 0,13 11 1 16,-13-11 7-16,15 5 0 0,-15-5 0 0,28 4-1 16,-28-4-2-16,33 0 1 0,-14-4-1 0,0 2 1 0,-1 1-9 15,5-3 0-15,-5 1 1 0,1-1 0 0,1 1-5 16,3 1 2-16,-5 0-1 0,1-1 0 0,0 1-5 16,-1 0 1-16,1-1 0 0,0-1 0 0,-6 3-2 0,0-1-1 15,-2 0 1-15,-2 2 0 0,0 0-4 16,-9-1 0-16,0 1 1 0,13 0 0 0,-5 0-8 15,-2 0 0-15,-6 0 0 0,11 0 0 0,-11 0 1 16,13 0-1-16,-6 0 1 0,-3 0 0 0,-4 0 3 0,7 0 1 16,-7 0-1-16,2 3 1 0,-2-3-1 0,4 3 1 15,-4-3-1-15,0 4 1 0,0-4-2 0,-6 3-1 16,6-3 1-16,-3 9 1 0,1-2-4 0,-2 0 0 0,4-7 1 16,-7 12-1-16,1-3-1 0,-1 1-1 15,-1 2 1-15,1 0 0 0,1 0-5 0,-5 0 1 0,3 4 0 16,5 1 0-16,-3 2-4 0,-1 0 2 15,-1 4 0-15,1-2 0 0,1 1-3 0,-5-1 1 0,0 1-1 16,-2 1 2-16,0-1-1 0,0 1 1 0,-4-1-1 16,4 1 2-16,5-1 0 0,-3 1 0 0,4 1-1 15,-4-5 1-15,3 0 1 0,3-1 1 0,-1-3-1 0,-1-3 1 16,-3 0 2-16,1-3 0 0,1-2 0 16,5-2 1-16,3-5 0 0,-2 10 0 0,2-10 1 15,-6 11-1-15,1-4-7 0,1 0 0 0,0 0 1 16,0 0-1-16,3-1-5 0,1 1 0 0,-4 0 0 0,0 2 0 0,2 1-4 15,0 1-1-15,1-1 1 16</inkml:trace>
  <inkml:trace contextRef="#ctx0" brushRef="#br0" timeOffset="76653.98">15294 15623 1608 0,'0'-3'0'0,"0"3"0"0</inkml:trace>
  <inkml:trace contextRef="#ctx0" brushRef="#br0" timeOffset="76814.72">15337 15456 1381 0,'3'1'0'0,"-3"-1"0"16,6 2 0-16,-6-2 23 0,4-3 2 0,-4 3 0 0,0-2 0 0,0 2 19 15,0 0 1-15,0 0 0 16,0 0 0-16,0 0-16 0,1 0 0 0,-1 0 1 0,12 2 0 0,-12-2-9 16,24 7 1-16,-6-6-1 15,7-1 1-15,6-1-1 0,3-3-1 0,-2-1 0 0,-4 0 0 16,-4-2-3-16,-4 0 1 0,-3 0-1 15,2 0 1-15,-3 2-13 0,-1 0 2 0,-2-1 0 16</inkml:trace>
  <inkml:trace contextRef="#ctx0" brushRef="#br0" timeOffset="78443.99">16294 15367 841 0,'0'0'0'16,"0"0"0"-16,0 0 0 0,0 0 41 0,2 0-1 16,-2 0 0-16,0 0 1 0,0 0 38 0,0 0 1 0,0 0 0 15,0 0 1-15,0 0-43 0,0 0 0 0,0 0 0 16,0 0 0-16,0 0-4 0,0 0 0 0,0 0-1 16,0 2 2-16,0-2-17 0,-2 12 0 0,2-12 0 0,-5 18 1 0,-1-1-9 15,-1 4 0-15,-1-1 0 16,3-1 1-16,1-1-4 0,-2-1 0 0,1-1 0 15,1-1 0-15,-2-1-2 0,-1-2-1 0,3 0 1 16,2-1 1-16,2-1-3 0,0-1 0 0,0-1 1 16,-3-1 0-16,1 0 2 0,2-2-1 0,0-5 1 0,0 7 1 0,0-7 1 0,0 5-1 15,0-5 1-15,0 4 0 16,0-4 3-16,0 3 2 0,0-3-1 0,0 0 0 16,0 0 4-16,0-1 1 0,0 1-1 0,5-16 0 15,8-1 1-15,-3-7 1 0,5-1-1 0,-2 1 1 16,5-2-2-16,-3 2 1 0,2 1-1 0,0 3 1 0,1 2 0 15,3 3 0-15,-1 3 0 0,-1 1 1 0,-2 4-10 16,-2 2-1-16,0 2 1 0,-6 1 1 0,0 2-5 16,-1 2-1-16,-8-2 0 0,11 7 1 0,-11-7-4 0,13 8 1 15,-8-1 0-15,3 0 0 0,-3 0 0 0,1 0 0 0,0 2 0 16,-3-1 1-16,1 1-2 16,-2 0 1-16,2-3-1 0,-4 0 1 0,0-6-1 0,3 8 1 15,-3-8-1-15,0 7 1 0,0-7 1 0,-3 7 1 16,3-7-1-16,-4 7 1 0,4-7 3 0,-6 12-1 15,3-5 1-15,-1-2 0 0,4-5-2 0,-11 11 2 16,11-11-1-16,-10 5 1 0,10-5-3 0,0 3 2 16,0-3-2-16,-5 4 2 0,5-4-4 0,-4 2 1 0,4-2 0 15,0-2 1-15,0 2-3 0,0-4 0 0,0 4 0 16,19-15 0-16,3-1-2 0,2-5 1 0,1-1 0 16,1 1 0-16,0 4-15 0,-2-2 2 0,0 0-1 15,0 0 1-15,1 0-27 0,1 0 2 0,-6 7-2 16,3-2 2-16,-1 5-20 0,0 2-1 0,-1 2 1 15,-4 1-1-15,-4 3 0 0,-2 1-1 0,-11 0 0 16,5 0 2-16,-5 0 34 0,0 5 1 0,0-5-1 16,0 14 1-16,-3-2 14 0,1 0 1 0,-6 5 0 15,-1 2 0-15,-2 4 8 0,-2 3 0 0,0-2 0 0,2-1 1 0,3-6 3 16,2-2 2-16,3 1-2 0,-1-4 2 16,2-1 27-16,-2-6 1 0,4-5-1 0,0 7 1 0,0-7 15 0,-1 3 0 15,1-3 1-15,0 4-1 16,0-4-7-16,0 1 1 0,0-1-1 0,0 0 2 0,0 0-24 15,0 0 0-15,0 0 0 0</inkml:trace>
  <inkml:trace contextRef="#ctx0" brushRef="#br0" timeOffset="79231.77">17295 15347 1520 0,'0'-2'0'0,"0"2"0"0,0-2 0 15,0 2 5-15,0-2-1 0,0 2 1 0,0-3 0 0,0 3-3 16,0-4 2-16,0 4-1 0,0-3 0 0,0 3-4 16,5-3 0-16,-5 3 0 0,2 0 1 0,-2 0-16 0,-2-6 1 15,2 6-1-15,-5 0 0 0,5 0-11 0,-4-1 0 0,4 1 0 16,-4 0 1-16,4 0 15 0,-5 0 2 16,5 0 0-16,-15 7 1 0,15-7 6 0,-23 15 2 0,23-15 0 15,-27 17 0-15,27-17 3 0,-27 21 0 16,27-21 0-16,-18 19 1 0,18-19 7 0,-9 18 1 0,9-18 0 15,-10 17 0-15,10-17 6 0,-11 21 0 16,11-21 0-16,-9 17 1 0,9-17-3 0,-13 21 0 0,13-21 0 16,-6 20 1-16,6-20 3 0,0 21 0 0,0-21 1 15,0 18-1-15,0-18 0 0,0 17 1 16,0-17 1-16,0 15-1 0,0-15-2 0,6 11 1 0,-6-11 0 16,5 10 1-16,-5-10-2 0,8 7 0 0,-8-7 0 15,7 7 1-15,-7-7-7 0,13 3 2 0,-13-3 0 0,17 2-1 16,-17-2 0-16,13-2-1 0,-13 2 1 15,13-5-1-15,-13 5-6 0,15-8 1 0,-15 8 0 0,20-14-1 16,-20 14-1-16,23-18 1 0,-23 18-2 16,18-15 2-16,-18 15-4 0,13-12 2 0,-13 12-2 15,12-14 2-15,-12 14-4 0,11-14 1 0,-11 14-1 16,11-14 2-16,-11 14-3 0,7-10 1 0,-7 10 0 16,4-10 0-16,-4 10-1 0,-2-4 0 0,2 4 0 15,0-5 1-15,0 5-1 0,-2-4 0 0,2 4 0 0,-1-5 0 16,1 5 0-16,-4-3 0 0,4 3 0 0,-6-7 0 15,6 7 0-15,-11-7 0 0,11 7 0 0,-15-7 1 16,15 7-1-16,-17-5 1 0,17 5 0 0,-20-4 0 16,20 4 3-16,-21 0-1 0,21 0 1 0,-22 0-1 0,22 0 0 15,-20 0 2-15,20 0-2 0</inkml:trace>
  <inkml:trace contextRef="#ctx0" brushRef="#br0" timeOffset="80114.28">17705 15331 1746 0,'-2'2'0'0,"2"-2"0"0,-2 1 0 0,2-1 25 0,-2-3 2 0,2 3-1 0,-4 0 1 15,4 0 1-15,-3 2 1 0,3-2-1 0,-8 10 2 16,8-10-14-16,-15 12 1 0,15-12 0 0,-18 12 0 16,18-12-14-16,-15 11 2 0,15-11-1 0,-13 10 1 0,13-10-4 0,-10 9 0 15,10-9 0-15,-9 12 0 0,9-12-1 0,-20 12 0 16,20-12 0-16,-23 14 1 0,23-14-1 0,-18 15 0 16,18-15 0-16,-17 21 1 0,17-21-1 0,-8 18 2 0,8-18-1 15,-5 20 0-15,5-20-1 16,-4 26 1-16,4-26 0 0,-2 23 0 0,2-23-1 0,0 17 0 0,0-17 0 15,0 12 1-15,0-12-1 0,0 9 0 16,0-9 0-16,0 7 0 0,0-7 0 0,8 5 0 0,-8-5 0 16,9 7 0-16,-9-7 0 0,4 3 0 0,-4-3 0 15,2 4 1-15,-2-4 1 0,0 1-1 0,0-1 0 16,1-3 1-16,-1 3 0 0,13-3 2 0,-13 3-2 16,14-7 1-16,-14 7 3 0,13-14 1 0,-13 14-2 15,20-21 2-15,-20 21-4 0,22-26 1 0,-22 26-1 0,23-28 0 16,-23 28-3-16,22-27 0 0,-22 27 0 15,19-28 2-15,-19 28-4 0,15-24 2 0,-15 24 0 16,9-33 0-16,0 14-2 0,-1-2 0 0,-1-1 0 16,1 3 1-16,-5-6-1 0,1 3 2 0,0-1 0 0,0 1 0 15,-1 1 0-15,1 0 0 0,0 2 0 16,-2 2 0-16,-2 1 3 0,-2 1-1 0,0 1 0 0,2-2 2 16,2 6 1-16,0 1 2 0,-1 1 0 0,3-1-1 0,-2 0 2 0,2 1 0 15,-2 1 0 1,0 2 1-16,-2 5-2 0,1-4-1 0,-1 4 1 0,0-7 1 0,0 7-5 15,0-3 2-15,0 3-2 0,0-4 2 16,0 4-4-16,0-1 1 0,0 1-1 0,0 1 1 0,0-1 0 16,0 4-1-16,0-4 0 0,-3 5 0 0,-1 2 0 0,0 0 1 15,-3 7-1-15,-3 1 2 0,1 4-1 16,0 2 1-16,1 2-1 0,1-3 2 0,1 1 1 0,-1 0 2 0,-1 0 0 16,1-1 0-16,0 3 4 15,-1 1 0-15,2 0 0 0,1 1 1 0,1-8 0 0,4 4 1 0,0-1 0 16,-2 1 0-16,2 0 0 15,2 0-1-15,0-2 0 0,-2 2 2 0,-2-6-3 0,2 2 0 0,0 1 0 16,-2-3 2-16,0-1-4 0,2-2 0 16,0 0 0-16,2-3 1 0,0 0-2 0,0-1-1 0,0-1 1 15,0 0 0-15,0 0-3 0,1-2 0 0,-3-5 0 16</inkml:trace>
  <inkml:trace contextRef="#ctx0" brushRef="#br0" timeOffset="81014.85">18146 15080 1067 0,'0'-2'0'0,"0"2"0"0,0 2 0 0,0-2 31 0,-2 7 1 0,2-7-1 0,0 3 0 15,0-3 19-15,0 4-1 0,0-4 1 16,0 0-1-16,0 0-18 0,0 0 2 0,0 0-1 0,0 0 1 15,0 0-16-15,0 0 1 0,0 0 0 16,0 0 0-16,0 0-7 0,0 0 1 0,0 0-1 0,0 0 2 16,0 0-4-16,6 0 0 0,-6 0 0 0,13-2 0 0,-13 2 0 15,13-3 1-15,-13 3-1 0,19 0 1 0,-19 0 1 16,20-4 1-16,-20 4 0 0,24-5 0 0,-7 2 0 0,4-3 1 16,1 0-1-16,4 0 1 0,-2 1-5 15,3 0 0-15,-1-2 0 0,-2 0 1 0,0 2-4 0,0-4 0 16,-1 1 1-16,1 1-1 0,-2-2-2 15,2 4-1-15,-3 0 0 0,-1-1 1 0,-1 1-1 0,0 0 0 16,-3 2-1-16,1 1 1 0,-7 2-1 0,-5 2 2 16,-5-2-2-16,8 7 1 0,-8-7-1 0,5 3 0 0,-5-3 0 15,4 9 0-15,-2-2 1 0,1-1-1 0,-3 3 0 16,-5 3 1-16,1 4-1 0,-1 1 1 0,-3 0-1 16,1 1 2-16,-1 1-1 0,-3 0 1 0,0 0 0 15,2 2 0-15,3-4 4 0,-3 2 1 16,-1 0-2-16,1 0 2 0,0 0 3 0,-1 0 2 0,3 0-1 15,1 0 0-15,3-2 2 0,1 1-1 0,-2 1 1 16,-2 0 0-16,-1 0 0 0,0 0 0 0,-1-2 1 16,1-1 0-16,-1-1-3 0,-3-1 1 0,4-2 0 15,-7 0 0-15,3-1-6 0,0-1 0 0,2 1-1 16,1-1 2-16,5 0 1 0,3 1 0 0,-6-3 0 16,2 3 0-16,1-4-1 0,1 1 0 0,0-1 0 15</inkml:trace>
  <inkml:trace contextRef="#ctx0" brushRef="#br0" timeOffset="81295.33">18370 15456 1658 0,'0'-6'0'0,"0"6"0"0,-2-5 0 0,2 5 14 0,-4-5 0 15,4 5 0-15</inkml:trace>
  <inkml:trace contextRef="#ctx0" brushRef="#br0" timeOffset="81399.42">18385 15397 979 0,'0'0'0'15,"0"0"0"-15,0-2 0 0,0 2 16 0,0-3 0 0,0 3-1 16,5-4 2-16,-5 4 18 0,4-3 0 0,-4 3 0 16,0-4-1-16,0 4-2 0,0 0 0 0,0 0 1 15,6 0-1-15,-6 0-4 0,13-5 2 0,-13 5-2 0,20-3 1 0,-20 3 12 16,34-4 1-16,-14 2-1 16,1-1 2-16,1-2-28 0,-3-2-1 0,-1 0 1 15</inkml:trace>
  <inkml:trace contextRef="#ctx0" brushRef="#br0" timeOffset="82199.24">19233 15225 1344 0,'-2'-1'0'16,"2"1"0"-16,3 1 0 0,-3-1 8 0,6 7 1 15,-6-7 0-15,4 2 0 0,-4-2 6 0,2 0 2 16,-2 0 0-16,0 0 0 0,0 0-13 0,0 0 2 15,0 0-2-15,2-3 2 0,-2 3-6 0,9-4 0 0,-9 4 0 16,5-3 1-16,-5 3-2 0,13-4 1 0,-13 4-1 16,15-5 1-16,-15 5-1 0,17-3 0 0,-17 3 0 15,26-2-1-15,-26 2 1 0,28 0 0 0,-28 0 0 16,26 0 1-16,-26 0 0 0,26 0 0 0,-26 0 0 16,26 0 1-16,-26 0 6 0,32 0 1 0,-32 0 0 15,32-2 0-15,-32 2 7 0,22-7 2 0,-22 7 0 16,19-5 0-16,-19 5-5 0,18 0 0 0,-18 0 1 15,13-3-1-15,-13 3-5 0,10-4 1 0,-10 4-2 16</inkml:trace>
  <inkml:trace contextRef="#ctx0" brushRef="#br0" timeOffset="82515.5">19266 15468 1318 0,'4'-4'0'0,"-4"4"0"0,11-7 0 0,-11 7 8 0,7-1 0 0,-7 1 0 15,14-6 1-15,-14 6-2 0,13-8 1 16,-13 8 0-16,20-14 1 0,-20 14-2 0,22-17 0 0,-22 17-1 16,30-19 1-16,-30 19-6 0,32-16 1 0,-32 16 0 15,33-10 0-15,-33 10 0 0,34-6 1 0,-34 6 0 16,32 0 0-16,-32 0 5 0,22 2 0 0,-22-2 0 16</inkml:trace>
  <inkml:trace contextRef="#ctx0" brushRef="#br0" timeOffset="85147.41">20347 14687 803 0,'0'2'0'0,"0"-2"0"0,0 3 0 0,0-3-4 16,0 2-1-16,0-2 1 0,0 0 0 0,0 0-19 0,0 0-1 0,0 0 0 16,0 0 1-16,0 0-20 15,0 0 2-15,0 0-1 0,0-3 1 0,0 3 35 0,0-4 2 0,0 4-2 16,0-3 1-16,0 3 0 0,0-4 0 16,0 4 0-16,0-3 0 0,0 3 5 0,0-4 0 0,0 4 0 15,0-3 0-15,0 3 1 16,0-4 2-16,0 4-1 0,9-8 0 0,-9 8 4 0,15-21-1 0,-15 21 1 15,22-29 1-15,-7 11-3 0,2-1 1 16,0 2-1-16,-2 1 1 0,-4 4-5 0,0 0 0 0,0 2 0 16,0 1 0-16,-1 2-4 0,-1 2 1 0,-9 5 0 15,9-5-1-15,-9 5-4 0,2-4 0 0,-2 4 1 16,0-1 0-16,0 1 7 0,0 0 0 0,0 0 0 16,-3 0 0-16,3 0 18 0,-4 7 0 0,-4 3 0 15,-7 6 1-15,-5 8 35 0,-4 3 0 0,0 1-1 16,-1 0 2-16,3 0 12 0,3-1-1 0,-3 1 0 15,-2 0 1-15,-2-2-2 0,-2 1 2 0,5 1-2 0,1 0 1 16,7 1-12-16,2 0 1 0,0 1 0 0,2 1 0 0,-4 2-6 0,2-2 1 16,4-3-1-16,-3 1 0 15,5-1-7-15,-4 0-1 0,5-1 1 0,4-1 1 0,4-2-5 0,2-1 1 16,1-4-1-16,-1-2 1 16,0-3-11-16,0-2 2 0,1-1-2 0,5-3 1 0,-5-3-9 0,1-1 0 15,1-2 0-15,3-1 1 16,1 1-8-16,0-2 2 0,4-2-1 0,5 1 1 15,6-3-8-15,4-1 0 0,-2-4 0 16,-6-1 1-16,-3 0-5 0,-2-3 2 0,-2 3-1 0,-4 1 1 16,2 1-3-16,0-3 0 0,-7 3 1 0,-1 1 0 0,-5 7 0 15,8-11 2-15,-6 5-1 0,3-1 1 0,3 0 3 16,-3-2 0-16,1 0-1 0,-3 1 2 0,1-1 3 16,0-1-1-16,0-1 0 0,-1 1 1 0,1 0 3 0,0-1 0 15,0 1-1-15,-1-1 1 0,-1 1-1 0,0 1 1 16,0-1-1-16,0 1 1 0,0 2 0 15,-1 4-1-15,-1 3 1 0,-1-4-1 0,1 4-1 0,-4-6-1 16,4 6 0-16,-9-7 2 0,1 5-4 0,1 2 0 16,-6 2 0-16,-8 3 1 0,-3 3-3 0,-6 1 1 15,2 5 0-15,-2 2 0 0,4 1-2 0,-2 0 1 0,4 0-1 16,2-1 0-16,-3-2-2 0,5 0 1 0,5 0-1 16,4-2 1-16,3-4-5 0,5-2 1 0,3-6-1 15</inkml:trace>
  <inkml:trace contextRef="#ctx0" brushRef="#br0" timeOffset="89365.58">14386 8485 766 0,'4'0'0'0,"-4"0"0"0,9 0 0 16,-9 0-3-16,6 0-1 0,-6 0 1 15,13-2-1-15,-13 2-15 0,20-2 1 0,-20 2 1 16,23-6-1-16,-23 6-9 0,22-13 0 0,-22 13 0 16,23-10 0-16,-23 10 4 0,24-12 1 0,-24 12-1 15,20-12 2-15,-20 12 4 0,17-9 2 0,-17 9-2 0,19 0 1 0,-19 0 4 0,22 0 1 16,-22 0-1 0,24 0 1-16,-24 0 7 0,36 0-1 0,-16 4 1 0,2 1 0 15,-1-2 5-15,3 6 0 0,0-6 1 0,1 3-1 16,-5-3 17-16,2-1 1 0,3 1-1 0,1 1 1 0,4-1 12 15,1-1 2-15,3 1-1 0,-3-3 1 0,1-5 7 16,-2 2 1-16,2-1-1 0,-1 1 0 0,3 1-6 16,-6-1 0-16,2-1-1 0,1 4 2 0,5 4-4 15,-6-4-1-15,1 3 0 0,1-3 2 0,0 2 2 16,-1 0 1-16,5-1 0 0,1 3 0 0,2-3-7 0,0 3 1 0,0-1 0 16,-1-3 0-16,-3 0 7 0,-2 0 1 15,5-3-1-15,-1 1 1 0,0 0-10 0,2 1 1 0,-1 1 0 16,-3-4 0-16,2 3-1 0,-5-3 1 15,2 1-1-15,-3-1 1 0,-3 2-3 0,0 1 1 0,0-1-2 16,0-2 2-16,0-1-9 0,0 2 0 16,0-1 0-16,-2 1 1 0,0 1-9 0,2 2 0 0,-4-3 0 15,4-1 0-15,4 4-7 0,1-1 1 0,-1-1 1 16</inkml:trace>
  <inkml:trace contextRef="#ctx0" brushRef="#br0" timeOffset="91765.46">26818 16319 1532 0,'-2'2'0'0,"2"-2"0"0,-2 9 0 0,2-9 8 15,-2 22 0-15,2-22 0 16,-3 16 0-16,3-16 12 0,-4 3 1 0,4-3 1 0,-2 0-1 15,2 0 3-15,0 0 0 0,0 0 0 0,0 0 1 16,0 0-14-16,0 0 0 0,0 0 0 0,0 0 0 0,0 0-4 16,0 0 1-16,0 0-1 0,0 0 1 0,0 0-2 15,0 0 1-15,0 0 0 0,0 0 1 0,0 0-3 16,0 0 2-16,0 0-1 0,0 0 0 0,0 0 0 16,0 0 0-16,0 0-1 0,0 0 2 0,0 0 1 15,7 5 1-15,-7-5-1 0,36 5 1 0,-4-5-3 16,3 0 1-16,0-1 0 0,-3-1-1 0,-4-1 0 15,-4-4 1-15,-1 0-2 0,-1-2 2 0,-2 0-2 0,1 1 0 16,-1-1 0-16,-1 0 0 0,0 3 2 0,-3 0 1 16,1 1-1-16,0-2 1 0,-2 2 1 0,-4 0 0 15,6 0-1-15,3-1 1 0,3 3 0 0,1 1 2 0,2 1-2 16,0-1 1-16,2 2-3 0,0 0 2 16,-2 0-1-16,-2 0 1 0,-1 2-2 0,-1 1 1 0,-1 0 0 15,-1 1 0-15,-1-1-4 0,-1 1 1 16,1-1-1-16,-2-1 2 0,-1-2-3 0,-1 0 0 0,0 0 1 15,0 0 0-15,-2 0-2 0,-2 0 2 0,1 0-2 16,-1 0 1-16,0 0 0 0,-4 0 0 0,5-2-1 16,-1 1 2-16,2-1-3 0,2 0 0 0,-2 0 0 15,-2 1 0-15,-2-1 0 0,1 0 0 0,-3 0 1 16,-1 1 0-16,-6 1-1 0,3-2 1 0,-3 2-1 0,0 0 2 0,0 0-1 16,0 0 0-16,0 0 0 15</inkml:trace>
  <inkml:trace contextRef="#ctx0" brushRef="#br0" timeOffset="92474.68">27984 16118 1093 0,'-2'-1'0'0,"2"1"0"0,-3 0 0 0,3 0 42 0,-4 0 2 0,4 0 0 15,-4 0-1-15,4 0 17 0,2 0 1 0,-2 0-2 16,4 0 2-16,-4 0-59 0,4 0 0 0,-4 0 0 16,0 0 1-16,0 0-15 0,0 0 1 0,0 0 0 15,0 0 1-15,0 0-24 0,0 0 0 0,0 0 1 16,0 0 0-16,0 0-5 0,0 0 0 0,0 0 0 15,0 0 0-15,0 0 33 0,0 0 2 0,0 0-1 16,0 0 1-16,0 0 3 0,0 0 0 0,0 0 0 0,1 0 1 0,-1 0 6 16,12-4 1-16,-12 4-1 0,11-3 0 15,-11 3 6-15,9-7-1 0,-9 7 0 0,8-4 2 0,-8 4-3 16,5-3 1-16,-5 3 1 0,4-4-1 0,-4 4-3 0,4 0 0 16,-4 0 0-16,3 0 0 0,-3 0-3 15,8 0 0-15,-8 0 0 0,7 0 1 0,-7 0-2 16,10 2 2-16,-10-2 0 0,24 5 0 0,-24-5-3 15,35 0 2-15,-16 0-2 0,-1-1 2 0,3 1-3 0,1 0 2 16,-1-2-2-16,-4 0 1 0,-1 0-2 16,-1 1 0-16,-4 1 0 0,-3 1 0 0,-8-1-2 0,9 4 0 15,-9-4 0-15,8 2 1 0,-8-2-1 0,2 0 0 16,-2 0 0-16,3 0 0 0,-3 0 0 0,4 5 2 16,-4-5-2-16,2 7 1 0,-2-7 0 0,-6 12 1 15,3-2 0-15,-7 2 1 0,-3 6 3 0,-2 1 2 16,0 0-1-16,-1-2 1 0,1-1 15 0,0-1 1 0,-2 1-1 15,2-1 1-15,2 1 19 0,0 0-1 16,0-3 1-16,0 1 1 0,2-2-2 0,1 0 2 0,1-1 0 16,0-3 0-16,9-8-8 0,-8 9-1 0,8-9 1 15</inkml:trace>
  <inkml:trace contextRef="#ctx0" brushRef="#br0" timeOffset="96014.76">28925 15746 1017 0,'0'-1'0'0,"0"1"0"16,0-4 0-16,0 4 0 0,0-3 0 0,0 3 0 0,0-4 1 0,0 4-5 0,6-3 1 16,-6 3-1-16,7-4 1 15,-7 4-44-15,6-5 0 0,-6 5-1 0,7-7 2 0,-7 7 4 16,8-12 0-16,-8 12 0 0,9-14 0 15,-9 14 17-15,15-19 1 0,-15 19-1 0,9-15 1 0,-9 15 12 16,8-11 0-16,-8 11-1 0,7-10 1 0,-7 10 12 16,4-4 1-16,-4 4-1 0,4-5 1 0,-4 5 12 0,7-2 0 15,-7 2 0-15,6-5 0 0,-6 5 18 0,4-3 2 0,-4 3-1 16,3-4 1-16,-3 4 7 16,4-3 1-16,-4 3-1 0,4-4 1 0,-4 4-11 0,3 0 0 0,-3 0 1 15,4-1-1-15,-4 1 0 0,4 0 0 16,-4 0 1-16,0 0 0 0,0 0-6 0,0 0 0 0,0 0-1 15,0 0 1-15,0 0-2 16,0 0 1-16,0 0 0 0,0 0-1 0,0 0-3 0,0 0 2 0,0 0-1 16,0 0 0-16,0 0-2 0,-2 0 2 0,2 0-2 15,-6 0 1-15,6 0 6 0,-18 7 0 0,18-7-1 16,-32 15 1-16,12-11 2 0,-1 1 1 0,2 0-1 0,5 0 2 16,2 0-2-16,3-1 0 0,0-1 0 15,-1 1 0-15,1 1-2 0,0 2-1 0,-2 0 1 16,-1-2 1-16,1 2-8 0,-4 0 0 0,2-2 0 15,2-1 2-15,2-1-7 0,0 0 2 0,1 1 0 16,2-1-1-16,6-3-3 0,-13 7-1 0,6-1 0 16,1 0 1-16,1 3-3 0,-1 0 0 0,1-1 0 15,-1 1 1-15,2-2-1 0,2-2 1 0,2-5 1 16,-3 11-1-16,3-11-3 0,-4 6 2 0,4-6-1 16,-4 7 1-16,4-7-5 0,-2 7 0 0,2-7 0 15,-1 7 0-15,1-7-3 0,-4 7 0 0,4-7 0 16,0 7 1-16,0-7-2 0,0 7 1 0,0-7-1 0,0 7 1 0,0-7-1 15,0 7 0-15,0-7 0 0,0 7 0 16,0-7 0-16,0 12 1 0,0-3-1 0,0-1 1 0,0 1 0 16,0-1 1-16,-4 3 1 0,0 1-1 0,-3 4 2 15,-2-1 1-15,-1-1-1 0,3-4 2 0,3-1 2 16,2 0 1-16,0-2-1 0,-1-2 1 0,3-5 1 0,-4 5 1 16,4-5-1-16,-4 3 1 0,4-3-1 0,0 4 2 15,0-4-1-15,0 3 0 0,0-3-2 0,0 4 0 16,0-4 0-16,0 0 1 0,0 0-2 15,0 0 0-15,0 0 0 0,0-2-1 0,0 2 0 0,0-2 0 0,0 2 0 16,0-3 1-16,0 3-3 0,2-7 2 16,-2 7-2-16,11-12 2 0,-7 3-2 0,0-1-1 0,1 1 1 15,5 1 0-15,-1-3-1 0,0 1 0 16,4-1-1-16,2 1 2 0,4 0-3 0,1-1 0 0,1-1 1 16,1 0 0-16,4 0-3 0,-2 0 0 0,1 0 0 15,-3 1 1-15,-1 4-2 0,-5 0 1 16,1 2 0-16,0 2 0 0,-2 5-2 0,-2-1 0 0,-4 3-1 15,-1-1 2-15,-8-3-8 0,9 12 1 0,-7-3 1 16,0 3-1-16,-1 4-5 0,-1-1 1 0,-3 2 0 16,-3 1-1-16,-3 3 0 0,-4 3 1 0,-2-2-1 15,0-1 1-15,-2 0 6 0,-1 0 1 0,-3-2-1 0,-1-2 0 16,-3-1 4-16,1-3 0 0,0 1 0 0,0 0 1 0,1 0-1 16,3-2 2-16,-2-3-1 15</inkml:trace>
  <inkml:trace contextRef="#ctx0" brushRef="#br0" timeOffset="98047.4">29618 15644 12 0,'2'2'0'0,"-2"-2"0"16,8 3 0-16,-8-3 159 0,7-8 1 16,-7 8-1-16,8-4 1 0,-8 4-125 0,3-3 1 15,-3 3-1-15,4-4 1 0,-4 4-7 0,4-3 1 16,-4 3 1-16,4-2-1 0,-4 2-13 0,7-3 1 0,-7 3 0 15,6-4 0-15,-6 4-11 0,7-7 1 16,-7 7 0-16,4-7 1 0,-4 7-3 0,4-5 0 0,-4 5 0 16,3-3 1-16,-3 3 0 0,4-4-1 0,-4 4 1 0,0 0 1 15,0 0 2-15,0 0 1 0,0 0 0 16,-2 0 1-16,2 0 2 0,-4 0 1 0,4 0-1 0,-9 0 2 0,9 0 9 16,-19 6 1-16,19-6-2 15,-24 6 2-15,24-6 9 0,-26 7 1 0,26-7-1 0,-26 7 0 0,26-7 1 16,-26 4 1-16,26-4-1 15,-30 5 1-15,30-5-9 0,-30 7 2 0,30-7-2 0,-28 7 1 0,28-7 0 16,-22 12 1-16,22-12-1 16,-22 9 2-16,22-9-3 0,-25 6 0 0,25-6 0 0,-20 9 0 0,20-9-7 15,-13 14 2-15,13-14-2 0,-9 9 2 0,9-9-8 0,-6 5 1 16,6-5 0-16,-4 3-1 0,4-3-3 16,-3 4-1-16,3-4 0 0,-4 3 1 0,4-3-3 0,0 4 0 15,0-4 0-15,0 3 0 0,0-3-2 16,0 4 1-16,0-4 0 0,0 3 0 0,0-3-5 0,0 4 1 15,0-4 0-15,0 5 0 0,0-5-1 16,0 15-1-16,0-15 0 0,-6 23 1 0,6-23-1 0,-15 27-1 16,15-27 0-16,-13 23 1 0,13-23 0 0,-13 19 2 15,13-19-1-15,-11 12 0 0,11-12 4 0,-9 9 0 16,9-9 0-16,-4 7-1 0,4-7 4 0,-4 5 0 0,4-5 1 16,-3 3 0-16,3-3 0 0,-4 4 1 15,4-4 1-15,0 2-1 0,0-2-1 0,0 0 2 0,0 0-2 16,0 0 1-16,0 0-1 0,0 5 1 15,0-5-1-15,0 5 0 0,0-5-2 0,0 3 0 0,0-3 0 16,-2 9 1-16,2-9-3 0,-4 12 0 0,4-12-1 16,0 5 1-16,0-5-2 0,-2 7 0 0,2-7 0 15,0 5 0-15,0-5-3 0,0 4 2 0,0-4-1 0,0 3 1 0,0-3-3 16,0 2 1-16,0-2 0 16,2-3 0-16,-2 3 0 0,10-4-1 0,-10 4 0 0,22-15 0 0,-3 2-1 15,3-4 1-15,0 3-1 16,-3 2 1-16,-4 2-1 0,2 3 0 0,-1 2 0 15,3 0 0-15,1-1 0 0,3 3 0 0,-1 1 0 16,-1 2 0-16,-3 0 0 0,1 0 0 0,-2 4 0 0,-2 1 0 0,-2 3 0 16,-2 1 0-16,-2 2 0 0,0 1 1 15,-1 1-1-15,-4 3 0 0,-2 0 0 0,-2 1 1 16,-4 2-1-16,-2 2 0 0,-1 1 0 0,-4-1 0 0,-4 0 0 0,-2 0 0 16,-5-2 0-16,-5 0 0 0,-4-2 0 15,-5-2 0-15,-1-1 0 0,0-2 0 0,0-3 0 0,-4-4 0 16,0-1 0-16</inkml:trace>
  <inkml:trace contextRef="#ctx0" brushRef="#br0" timeOffset="137363.35">3084 16051 1243 0,'0'-2'0'0,"0"2"0"0,-6-2 0 0,6 2 9 0,-2 4 0 15,2-4 0-15,-5 0 0 0,5 0 29 16,0 0 0-16,0 0 0 0,-2 0 2 0,2 0-21 0,-4 0 1 16,4 0 0-16,-7 9 0 0,7-9-12 0,-12 22 0 0,5-5 0 15,0 4 1-15,-3 3-6 0,3 2 2 16,-1 0-1-16,3-1 1 0,5 0-3 0,-6 1 0 0,4 0 0 15,-1 0 1-15,1 2-2 0,2 0 0 16,0-1 0-16,-4 1 0 0,4 2 1 0,0 1 2 16,0-2-2-16,-2 2 1 0,2 2 2 0,0 2-1 0,0 1 1 15,-6-1-1-15,5-2 1 0,-3-2 0 0,-2 0 1 16,4-2 0-16,-3 1-1 0,-1-3 2 0,1-1-1 0,-1-1 0 16,2-6 4-16,-1-2 0 0,-1-3 1 15,1-4 0-15,5-3 0 0,-2-2 1 0,2-5 0 0,-4 5 0 16,4-5-3-16,-6 0 0 0,6 0 0 15,0-3 0-15,0 3 0 0,-1-7 0 0,1-3 0 16,0-8 0-16,0-6-1 0,0-5 1 0,0-1 0 0,7-1 0 0,0 2-3 16,5 1 1-16,-5 0 0 15,4 4-1-15,0 2-2 0,1 1-1 0,-3 4 1 16,2 1 0-16,2 4-3 0,0 2 1 0,-2 3 1 16,1 1-1-16,-5 3-1 0,-1 3 0 0,-6 0 0 0,13 0 0 0,-2 0-1 15,-2 2 0-15,2 3 0 16,1 2 1-16,-5 1-1 0,4 1 0 0,-3-2 0 0,-1-2 2 15,-7-5-2-15,11 9 0 0,-11-9 0 0,6 7 0 16,-6-7 0-16,5 5 0 0,-5-5 0 0,2 7 0 0,-2-7 0 16,0 7 0-16,-2 0 0 0,-1 5 1 15,1 3-1-15,-4 4 1 0,-1 2-1 0,-1 3 1 0,-1 1-1 16,2 1 1-16,-1 0 0 0,-3 1 0 0,-2 1 2 16,2 0-1-16,0-1 0 0,1-1 0 0,-1 0 5 0,5-1 0 15,-1-3 0-15,1-1-1 0,1-6 0 0,3-1 1 16,-2-3-1-16,2-5 1 0,2-6 0 15,0 6 1-15,0-6 0 0,0 0-1 0,0 0-1 0,0 0 0 16,0 0-1-16,13-6 2 0,-1 1-3 0,1-2 2 16,5-1 0-16,1-3-1 0,7-1-2 0,-2-2-1 15,0-1 0-15</inkml:trace>
  <inkml:trace contextRef="#ctx0" brushRef="#br0" timeOffset="138131.47">3734 16345 1332 0,'-4'2'0'0,"4"-2"0"0,-5 3 0 0,5-3 3 15,-8 4 1-15,8-4 0 0,-13 7 0 0,13-7 14 16,-11 8 0-16,11-8 0 0,-15 14 1 0,15-14 3 0,-19 14 0 16,19-14-1-16,-22 19 2 0,22-19-12 15,-19 19 0-15,19-19 0 0,-20 23 1 0,20-23-2 0,-19 26 1 0,19-26 0 16,-18 29 0-16,7-13-1 15,3 1 1-15,1 2-1 0,3 2 0 0,2 3-1 0,-2 2 1 0,2 0-1 16,2 2 1-16,0 1 2 0,0 4 2 16,0 0-1-16,6-2 1 0,1-2 4 0,1 2 0 15,3 1 0-15,2-3-1 0,-2-1 1 0,4-2 2 0,4-2-1 16,-1-5 0-16,5-5-7 0,-5-4 1 16,1-1 0-16</inkml:trace>
  <inkml:trace contextRef="#ctx0" brushRef="#br0" timeOffset="139094.19">4343 16257 1658 0,'0'2'0'0,"0"-2"0"0,-5 1 0 0,5-1 18 0,0 0 1 0,0 0-1 15,-4 0 1-15,4 0 5 0,-2 0-1 0,2 0 1 16,-11 7-1-16,11-7-6 0,-21 19 1 0,21-19-1 16,-31 26 1-16,7-10-12 0,-1-1-1 0,5-1 1 0,-3 0-1 15,9-2-2-15,-3-1 0 0,-2-3 0 16,0 1 1-16,1 0-3 0,-3-1 0 0,3 3 0 15,1-1 0-15,4-1-1 0,2-2 1 0,3-1-1 16,-3 1 2-16,2 2-2 0,-2 0 0 0,5-2 0 0,0-2 1 0,1 2-1 16,3-2 0-16,2 2 0 0,-4 0 0 0,2 0-1 15,2-2-1-15,2 2 1 0,2 3 1 0,-4 2-2 16,2 2 1-16,2-2-1 0,-3-1 1 0,3-3-3 0,-2 1 1 16,0-2-1-16,-2 0 2 15,4 0-2-15,-4-2 0 0,0-5 1 0,5 10 0 0,-5-10-2 0,0 11 2 16,0-11-2-16,0 10 2 0,0-10 1 15,0 9 1-15,0-9-2 0,0 5 2 0,0-5 1 0,0 3 0 16,0-3 0-16,0 4 0 0,0-4 0 0,0 3 0 0,0-3 0 16,0 0 1-16,0 0 0 0,0 0 1 15,0 0-1-15,0 0 1 0,0 0 2 0,0 0 1 16,0 0-1-16,0-1 1 0,0 1 2 0,0-2 0 16,0 2 0-16,0-4 1 0,0 4-1 0,0-7 1 0,0 7-1 15,0-13 1-15,0 0-2 0,0 0 1 16,2-1-2-16,4-2 2 0,7-1-4 0,-2 1 2 0,2 2-2 15,0 2 2-15,4 2-3 0,-4 0 0 0,0 1 0 16,0 2 1-16,-2 2-3 0,2 1 1 0,4 3-1 16,-2 1 1-16,3 0-1 0,-1 0 0 0,-2 3 0 15,2 2 0-15,-4 4-1 0,-2 0 1 0,-3 1-1 16,-1 0 1-16,-1 2 0 0,-1 4 0 0,-5 1 0 0,0 2 0 16,-5 2 0-16,-3 3 0 0,3 1 0 15,-7-3 1-15,3 1-1 0,-2-1 1 0,0-1 0 16,-2 0 0-16,1-4 1 0,-1 0 1 0,0 1-1 15,-3-3 0-15,1-1 2 0,-4-2-1 0,2 0 0 0,2-1 1 0,-1-3-1 16,-3-1 0-16,4-2 1 0</inkml:trace>
  <inkml:trace contextRef="#ctx0" brushRef="#br0" timeOffset="139613.38">4591 16231 1532 0,'-6'2'0'0,"6"-2"0"0,-5 1 0 16,5-1 35-16,-6 0 1 0,6 0-1 15,-7 0 1-15,7 0 31 0,-4 0 2 0,4 0-1 0,0 0 1 16,0 0-34-16,0 0 1 0,0 0 0 0,11 0 1 0,-11 0-22 0,30 6 1 16,-9 0-2-16,1 5 2 0,-3 3-6 15,1 3 0-15,-1 4 0 0,-2 1 0 0,-4 3-10 0,-4 0 1 16,2 3 1-16,0 0-1 0,2 1-1 15,-5 4 0-15,-3-2 0 0,-1 2 1 0,-8 2-1 16,-1 3 1-16,-3 0-1 0,1-2 1 0,-6 1 0 16,-4-3 0-16,0-3 0 0,-1-1 2 0,-1-3-2 0,-2-1 1 15,1-3 0-15</inkml:trace>
  <inkml:trace contextRef="#ctx0" brushRef="#br0" timeOffset="140850.03">5400 16612 766 0,'-4'-2'0'0,"4"2"0"0,0 2 0 16,0-2 68-16,-2 1 2 0,2-1 0 0,0 0-1 0,0 0 15 0,-2 0 0 15,2 0 1-15,-5 0-1 0,5 0-65 16,-6 0 1-16,6 0-1 0,-13 0 1 0,13 0-8 0,-17 0 0 16,17 0-1-16,-13 0 1 0,13 0-6 15,-13 0 0-15,13 0-1 0,-11 0 1 0,11 0-3 0,-7 0 2 16,7 0-1-16,-6 6 1 0,6-6 0 0,0 5 1 16,0-5 0-16,6 3-1 0,-6-3 1 0,18 4 1 15,3-4-1-15,9-2 1 0,7 0 0 0,7-1 1 16,5-2-2-16,-4-4 2 0,-2 0 6 0,-1-1-1 15,1-2 1-15,-6 1 0 0,-5 3-3 0,0 1 2 16,-2-2-1-16,1-1 0 0,-5 1-1 0,2 2-1 16,-5-1 0-16,-1-1 0 0,2 2-3 0,-5 4 0 0,-4 1 1 15</inkml:trace>
  <inkml:trace contextRef="#ctx0" brushRef="#br0" timeOffset="141364.15">5554 16750 602 0,'0'-2'0'0,"0"2"0"0,-3-1 0 0,3 1 25 0,-8-2 1 0,8 2-1 15,-7 0 1-15,7 0 30 0,-6 0 2 16,6 0-2-16,-5 0 1 0,5 0-11 0,-2 0 1 0,2 0-1 0,-6 0 1 16,6 0-19-16,0 0 1 0,0 0 1 15,0 0-1-15,0 0-6 0,0 0 1 0,0 0-1 0,0 2 1 16,0-2-6-16,8 7 1 0,-8-7 0 15,29 6 0-15,-8-2-1 0,9-2 0 0,-4-2 0 0,0-4 0 16,2-1 1-16,-2-4 0 0,-2-1 0 16,2 0 0-16,-2-3 8 0,3 3 1 0,2 0 0 0,-3-1 0 15,4 1 1-15,0 0-1 0,-2 1 0 16</inkml:trace>
  <inkml:trace contextRef="#ctx0" brushRef="#br0" timeOffset="142594.37">6514 16705 1269 0,'0'-2'0'0,"0"2"0"0,0 0 0 16,0 0 14-16,-2 0 1 0,2 0-1 0,0-3 1 0,0 3 0 15,0-4 0-15,0 4 1 0,0-3 0 16,0 3-12-16,0-3 1 0,0 3-1 0,0-4 1 0,0 4 1 0,8-9 2 16,-8 9-1-16,11-13 1 15,-11 13-7-15,18-16 1 0,-18 16 1 0,21-17-1 0,-21 17 3 16,24-18 1-16,-24 18 0 0,30-12-1 0,-30 12 6 0,30-10 1 0,-30 10-1 16,33-5 0-16,-33 5 5 15,30 0 0-15,-30 0-1 0,24-2 2 0,-24 2-2 0,26 5-1 0,-26-5 1 16,25 5 1-16,-25-5-4 15,18 7 1-15,-18-7 1 0,8 9-1 0,-8-9-4 0,3 12 0 16,-3-12 0-16,0 16 1 0,0-16-4 0,-9 26 0 16,9-26-1-16,-13 31 2 0,13-31-4 0,-19 33 2 0,19-33-1 15,-24 31 1-15,24-31-1 0,-28 26 2 0,28-26-1 0,-24 24 1 16,24-24 0-16,-11 17 0 0,11-17 0 16,-2 16 1-16,2-16-2 0,-6 10 2 15,6-10-1-15,-5 11 0 0,5-11 1 0,0 10 0 0,0-10 0 16,5 7-1-16,-5-7-1 0,6 7-1 0,-6-7 1 0,19 7 0 15,-19-7-1-15,28 7-1 0,-28-7 1 16,35 5 0-16,-35-5-2 0,32 7 2 0,-32-7-2 16,31 3 1-16,-31-3-1 0,28 4 2 0,-28-4-2 0,21 3 1 0,-21-3 2 15,11 7-1-15,-11-7 1 16,7 4-1-16,-7-4 2 0,8 6 0 0,-8-6-1 16,4 7 1-16,-4-7 1 0,-6 9-1 0,6-9 1 15,-19 21 0-15,19-21-2 0,-31 33 1 0,12-16 0 0,0-3-1 0,1-2 4 16,1 0 0-16,2 0 0 0,-2-1 1 15,-1-1 5-15,1-1-1 0,2-2 1 0,-4 1 0 16,3 1 0-16,1-1 2 0,-2 1 0 0,6-2 0 0,1 0-3 16,5-2 1-16,5-5 0 0</inkml:trace>
  <inkml:trace contextRef="#ctx0" brushRef="#br0" timeOffset="143063.54">7679 16617 1733 0,'-4'-2'0'0,"4"2"0"0,-2-3 0 0,2 3 17 0,-4 1 1 0,4-1-1 0,-2 6 1 16,2-6 17-16,-5 3 1 0,5-3-1 0,-8 3 1 0,8-3-21 16,-22 9 1-16,22-9-1 0,-22 19 1 0,22-19-14 15,-34 26 1-15,34-26-1 0,-32 33 1 0,17-12-3 16,-1 1 1-16,1 1-1 0,-2-1 1 0,-2-1-1 0,3 3 0 16,1 4 0-16,-4 1 0 0,0 1 0 15,1 1 0-15,-1 0 0 0,6-1 0 0,2-3 0 16,3 1 2-16,-3-2-2 0,0-4 1 0,2-1 2 15,-6 0 0-15,6-4 1 0</inkml:trace>
  <inkml:trace contextRef="#ctx0" brushRef="#br0" timeOffset="143477.17">7250 16809 1381 0,'0'-2'0'0,"0"2"0"15,0 2 0-15,0-2 19 0,0 2 0 0,0-2 0 0,0-2 0 0,0 2 13 16,6-4-1-16,-6 4 0 15,9-6 1-15,-9 6-11 0,11-13 2 0,-11 13-1 0,11-13 1 0,-11 13-17 16,10-9 2-16,-10 9-1 0,5-4 1 16,-5 4-5-16,4-5 2 0,-4 5-1 0,2 0 1 0,-2 0-1 15,0-3 2-15,0 3-2 0,5 2 2 0,-5-2 6 0,6 8 0 16,-6-8 1-16,13 16-1 0,-13-16 9 16,24 29 1-16,-24-29-1 0,30 30 2 0,-30-30 0 0,28 27 1 15,-28-27-1-15,35 26 2 0,-16-12-1 16,0 0 0-16,-1-2 1 0,1 2 0 0,-4 1-5 0,2-1 0 15,-1 0 0-15,-3-2 0 0,0 2 1 16,0 0-1-16,-5-2 0 0,3 0 1 0,-3-1-12 16,3-3 1-16,-6-1-1 0</inkml:trace>
  <inkml:trace contextRef="#ctx0" brushRef="#br0" timeOffset="144315.31">8275 16596 1180 0,'-6'-2'0'0,"6"2"0"0,-4 2 0 0,4-2 24 0,-1 2-1 0,1-2 1 0,-8 2-1 0,8-2 15 16,-13 10 1-16,13-10-1 0,-30 15 0 0,12-2-13 0,-8 0-1 15,-2 0 1-15,7-3 0 0,2-1-21 0,1-1 1 16,5 1-1-16,-6-2 2 0,1 0-6 0,-1-2 1 16,6 2-1-16,2 0 1 0,3-4-1 0,3 1 1 15,5-4-1-15,-10 5 1 0,3-2 0 0,-1 1 2 16,8-4-1-16,-7 5 0 0,7-5 1 0,-11 7 1 0,11-7-1 15,-11 7 1-15,11-7 0 0,-12 7 1 16,12-7-1-16,-1 7 2 0,1-7-2 0,-2 8 2 0,2 1-1 16,2 1 1-16,3-1-2 0,1 1 2 0,1 1 0 15,-1 1-1-15,-1 2 0 0,1 0 0 0,-2-2 0 16,1-2 0-16,1-1 2 0,-1-1 1 0,-5 1 0 16,2-2 0-16,-2-7 1 0,4 9 1 0,-4-9-1 15,-4 7 1-15,4-7 2 0,0 5 1 0,0-5-1 16,-2 3 0-16,2-3 4 0,0 4 0 0,0-4-1 15,-5 3 2-15,5-3 0 0,-2 4 0 0,2-4 0 0,-6 3 1 0,6-3 1 16,-5 4 0-16,5-4 0 16,-8 3 1-16,8-3-4 0,-5 3 0 0,5-3-1 0,-8 4 2 0,8-4-1 15,-9 3 1-15,9-3-2 0,-7 2 2 0,7-2-3 16,-2 0 0-16,2 0 0 0,-6 0 0 16,6 0 1-16,2-2 0 0,-2 2-1 0,11-5 2 0,-3 0-5 15,5-4 1-15,3-3 0 0,-3 0 0 0,4 0-3 16,-4 0 1-16,2 1-1 0,2 5 1 0,-4 0-9 15,0 3 0-15,0 1 0 0,0 0 2 0,2-1-2 16,-2 1 0-16,0 2 0 0,6 0 1 0,-1 0-1 16,1 0 2-16,-6 2-1 0,-2 3 0 0,2 2 0 15,-5-2 1-15,-1 0-1 0,-3 1 0 0,-4-6 0 0,5 10 2 16,-5-3-2-16,-3 3 1 0,1 4 0 0,-2 4-1 0,-3 1 0 16,-4 1 1-16,-3 5 0 0,0-1 0 15,-5-2-1-15,-3-1 2 0,1-4-4 0,-3 1 1 16,3-1 0-16,-3-1 0 0,2-3-1 0,1 1 1 15,-1 0-1-15</inkml:trace>
  <inkml:trace contextRef="#ctx0" brushRef="#br0" timeOffset="144914.12">8685 17043 1356 0,'0'-4'0'0,"0"4"0"16,2-3 0-16,-2 3 25 0,5 0 1 0,-5 0-2 15,0-4 2-15,0 4 10 0,0-7 0 0,0 7 0 0,0-8 0 0,0 8-20 16,6-14-1-16,-6 14 1 15,5-11 1-15,-5 11-10 0,4-13 0 0,-4 13 1 0,4-9 0 0,-4 9-5 16,5-4 2-16,-5 4-1 16,10-3 1-16,-10 3-4 0,24-2 1 0,-2 2 1 0,4 0-1 0,10 0 2 15,1 0 2-15,0 0 0 0,-3 0-1 0,1-2 4 0,-3-1 1 16,1 1-1-16,1 1 1 0,-6-3-1 16,2 2 0-16,0 1 0 0,-6-3 1 0,2-1-6 0,-2 0-1 15,-3 0 0-15</inkml:trace>
  <inkml:trace contextRef="#ctx0" brushRef="#br0" timeOffset="145394.38">9085 16748 1042 0,'-2'-1'0'0,"2"1"0"0,0 1 0 0,0-1 10 0,0 2 1 0,0-2 1 0,-5 0-1 0,5 0 13 0,-2 5 2 16,2-5-1-16,-6 12 1 0,6-12 12 15,-3 14 0-15,3-14 0 0,-6 26 0 0,4-5-3 0,0 3 0 16,-1 2 0-16,1-2 1 0,-4 2-8 0,2 0 1 16,3 0-1-16,1 2 1 0,0 1-1 0,-2 4 0 15,2-2 0-15,-6-5 1 0,1 2-3 0,-7-2 0 0,5-2 0 16,-4-1 0-16,3-4-5 0,3-2 1 16,-1-3 1-16</inkml:trace>
  <inkml:trace contextRef="#ctx0" brushRef="#br0" timeOffset="146297.5">9629 16873 1381 0,'0'-2'0'0,"0"2"0"0,0 0 0 0,0 0 36 16,6-3 1-16,-6 3-1 0,7-7 1 0,-7 7 11 15,8-9 0-15,-8 9 1 0,17-17 0 0,-17 17-21 0,24-17 1 16,-24 17 0-16,18-11 1 0,-18 11-24 16,14-10 1-16,-14 10 0 0,9-5-1 0,-9 5-3 0,11-4-1 15,-11 4 0-15,11 0 0 0,-11 0 1 0,11 0-1 16,-11 0 0-16,8 0 0 0,-8 0 2 0,5 0-1 16,-5 0 1-16,8 5-1 0,-8-5 0 0,5 12 2 15,-5-12-2-15,8 18 2 0,-8-18-1 0,4 31 2 16,-4-10-1-16,0 1 1 0,-6 4-2 0,0 0 1 0,1 2-1 15,-3 1 1-15,-5 4-1 0,2 0 1 16,0-2-1-16,4-1 1 0,-1 2 2 0,4 1-1 0,3-3 1 16,-5-3 1-16,-2-4 4 0,3-4 1 0,-1-2-1 15,6-1 0-15,0-4 11 0,0-2 0 0,-3-3 1 16,3-2-1-16,0-5 1 0,3 6 1 0,-3-6-1 0,6 1 1 16,-6-1-1-16,15-3 0 0,-2-1 1 15,4-2 0-15,7-5-7 0,-4-1 1 0,5-2 0 0,-3 0 0 16,-3 0-15-16,-1-1 1 0,1 3-1 15</inkml:trace>
  <inkml:trace contextRef="#ctx0" brushRef="#br0" timeOffset="147794.92">10576 16930 12 0,'0'-2'0'0,"0"2"0"15,4-1 0-15,-4 1 73 0,5 5 0 0,-5-5 0 0,0 3 0 16,0-3-32-16,0-1 2 0,0 1-2 0,0 0 2 16,0 0-3-16,0 0 2 0,0 0-1 0,-4 0 1 15,4 0-13-15,-1 0 0 0,1 0 0 0,-6 0 2 0,6 0-12 16,-4-2 0-16,4 2 0 16,-3-4 0-16,3 4-4 0,-12-3-1 0,12 3 1 0,-11-4 1 15,11 4-5-15,-11-5 0 0,11 5 0 0,-4-3 0 16,4 3 8-16,-5-4 2 0,5 4-1 0,-4-3 0 0,4 3 13 15,0 0-1-15,0 0 1 0,0 0 0 16,0 0 2-16,0 0 1 0,0 0 0 0,0 0 0 0,0 0 1 0,0 0 0 16,0 0 0-16,0 0 0 0,0 0-7 15,4 0 1-15,-4 0-1 0,7 8 0 0,-7-8-5 16,11 25 0-16,-5-8-1 0,-4 4 1 0,0 1 2 0,1 3 0 0,-1-3 0 16,2-1 1-16,2 0-2 0,-5-1 1 15,-1-1 0-15,-1 0-1 0,-5-1 1 0,0-1 0 0,-1 0 0 16,1-1 0-16,1-1 0 0,5-1 0 15,-4-3 0-15,2-3 0 0,0-1-2 0,2-2-1 0,0-5 1 16,-5 9 1-16,5-9-5 0,0 4 2 16,0-4-1-16,0 3 0 0,0-3-1 0,0-2-1 0,0 2 0 15,0-12 1-15,2-3-6 0,3-6 0 0,6-2-1 0,-1-1 1 16,5-5-7-16,-2-2-1 0,5 5 1 16,-5 1 0-16,0 3-5 0,-1 1 2 0,1 4-2 0,-2 1 2 15,4 4-5-15,-2 2 1 0,-2 3 0 16,0 0 0-16,-5 3-2 0,1 4 1 0,-7 0-1 0,11 0 1 15,-1 0-2-15,1 0-1 0,0 0 1 16,-5 2 0-16,-6-2-4 0,13 11 2 0,-13-11-1 16,7 6 1-16,-7-6-1 0,6 9 2 0,-6-2-1 0,1 0 0 0,3 0 1 0,-4 2 1 15,0 1-2 1,0-1 2-16,-4-3 0 0,3 0 1 0,1 1-2 0,-4 0 2 0,4-7 0 16,-4 10 1-16,4-10 0 15,-5 10 0-15,5-10 0 0,-6 11 0 0,6-11 0 0,-7 10 0 0,1-5 0 16,0 2 0-16,6-7 0 15,-11 9 1-15,11-9-1 0,-2 5 1 0,2-5 0 0,-5 3 1 0,5-3-2 0,-4 0 0 16,4 0 0-16,4-5 0 16,-4 5-2-16,5-14 1 0,3 2 0 0,5-5 1 0,4-4-3 15,1-5 0-15,1 4-1 0,-1 1 1 0,-3 4-5 0,2 3 1 0,-4 3-1 16,0 3 2-16,-2 1-16 0,-5 2 1 16,-6 5 0-16,7-4-1 0,-7 4 3 0,6 0 1 15,-6 0-1-15,2 2 1 0,-2-2 10 16,4 12 1-16,-3-3-1 0,-1 5 1 0,0 6 5 0,0 6-1 0,0-3 1 15,-1-4 1-15,1-4 1 0,-4 1 0 16,2-2 0-16,2-5 0 0,0-1 2 0,-4-1 1 0,4-7-1 16,-3 10 1-16,3-10 5 0,-4 11 1 15,4-11 0-15,-6 8 0 0,6-8 3 0,-2 7 2 16,2-7-1-16,-5 7 1 0,5-7-3 0,-8 12 0 0,5-5 0 0,1-1 2 16,2-6-7-16,-8 10 2 0,8-10 0 15</inkml:trace>
  <inkml:trace contextRef="#ctx0" brushRef="#br0" timeOffset="148294.25">11258 16973 1746 0,'-6'-1'0'0,"6"1"0"0,-11 5 0 0,11-5 22 0,-13 15 1 0,13-15-1 0,-9 12 2 0,9-12 9 0,-6 7 2 16,6-7-1-16,-5 7 0 0,5-7-19 0,-8 7 0 15,8-7-1-15,-11 9 2 0,11-9-15 0,-11 14 1 16,11-14-1-16,-13 14 2 0,13-14-3 15,-13 19 0-15,13-19 0 0,-13 27 0 0,7-11-1 0,-1 1 1 0,1-1 0 16,0-1 0-16,-1 1 0 0,3-1 0 0,2-1 0 16,2-2 0-16,2-1 0 0,2-3 0 15,0 1 0-15,-1 0 0 0,-3-2 0 0,2 0 1 0,-2-7 0 16,6 10 0-16,-6-10 1 0,7 5 2 0,-7-5-1 16,17 4 0-16,0-4 3 0,-2-2 1 0,3-2-1 15,1-1 1-15,3-2 3 0,-1-1 0 16,-1-3 0-16,-3-1 0 0,0-2 2 0,-4 1 0 0,-4-1 0 15,1 0 1-15,-1 0-2 0,0 0 0 0,-1 0 0 16,-3 0 2-16,-5 1-11 0,0 1 0 0,0-1 0 16,0 3 1-16,0 3-3 0,0 2 0 0,0 5 0 15,0-10 0-15,0 10-1 0,-4-9 1 0,4 9 0 16,-7-4 0-16,7 4 0 0,-13-5 0 0,6 3 0 0,-3 1 0 16,1 1 1-16,-4 1 1 0,-2 3-1 15,2-1 1-15,0-1 1 0,0 0 0 0,2 1-1 0</inkml:trace>
  <inkml:trace contextRef="#ctx0" brushRef="#br0" timeOffset="149074.63">11748 16868 1457 0,'0'0'0'0,"0"0"0"0,-8 7 0 0,8-7 25 0,-16 19 0 0,16-19-1 16,-25 19 1-16,25-19 19 0,-29 22 1 0,29-22-2 0,-28 31 2 15,16-13-19-15,1 2 0 0,-2 1 0 16,-2 0 0-16,0 0-12 0,1 0 1 0,1-1-1 0,1-1 1 0,7 2-15 15,-1 2 0-15,4-1 0 16,2-1 0-16,0 0-5 0,0-1 1 0,2 1-1 0,2-2 1 0,1-3-2 16,-5-1 2-16,4-1-1 0,2-3 1 0,-1-4 2 0,-1-4 0 0,-4-3 1 15,13 7 0-15,-4-5 1 16,1-1 1-16,3-1-1 0,0-3 1 0,4-2 3 0,1-4-1 16,1-1 1-16,0-4 0 0,-5-3 1 15,3-3 0-15,-2 0 1 0,2-3-1 0,-4 1 1 0,4-3 0 16,-4 1-1-16,-4 0 1 0,0-2-1 15,-1 0 1-15,-3-3 0 0,1-1-1 0,0-1 7 0,1 0-1 16,-1 2 0-16,-5 1 1 0,3 2 6 0,-2 0 1 16,4-2 0-16,-4-1 0 0,1 1 3 0,3-3-1 15,-4 3 0-15,3 2 1 0,-3 4-3 0,2 1 0 0,1 2 0 16,-3 2 1-16,4 3 0 0,0 2 1 16,-5 3-1-16,3 2 1 0,-4 7-2 0,0-5 0 0,0 5 0 15,0-3 2-15,0 3-6 0,0 0 1 16,0 0 0-16,0 0-1 0,0 0 0 0,0 1 0 0,0 6-1 15,0 4 2-15,-4 6-4 0,-1 5 1 0,-3 3-1 16,1 1 1-16,1 1-5 0,-1 1 0 0,1 0 0 16,1-2 0-16,5-2-5 0,0 2 2 0,0 0-1 15,-4-2 1-15,2-2-3 0,0 1 0 0,2 1 0 16,2 2 1-16,4 0-2 0,-4 0 0 0,1 2 0 0,-1-1 0 16,2-1 0-16,-4 2 1 0,4 0 0 15,-1-2 0-15,3-2 0 0,-1-3 1 0,-1 1 0 16,0 1 0-16,-8-2-1 0,0-2 2 0,4-4-1 15,0-1 0-15,4-4 1 0,0-3-1 0,-4-7 0 0,6 7 2 0,-6-7-4 16,1 4 1-16,-1-4 1 16</inkml:trace>
  <inkml:trace contextRef="#ctx0" brushRef="#br0" timeOffset="149626.6">12247 16736 1646 0,'4'-1'0'16,"-4"1"0"-16,0-2 0 0,0 2 30 0,0 5 1 0,0-5 0 15,0 0 0-15,0 0 5 0,0 0 0 0,0 0 0 0,0 0 0 0,0 0-15 16,0 0 0-16,0 0 1 16,0 0 0-16,0 0-13 0,0 0 0 0,0 0 0 0,7 0 1 0,-7 0-4 15,23-3 1-15,-23 3-2 16,31-4 2-16,-12 1 3 0,5-1 0 0,2 1 0 15,-5-1 1-15,1 2 5 0,-3 1 0 0,1-3 0 16,3 1 0-16,-5 1 1 0,1 0 1 0,0 1 0 0,-1-1 0 16,-3 2-3-16,2 0 0 0,-4 2 1 0,-6 1 0 0,5 1-8 15,-5-3 1-15,1 1-1 0,-3 0 1 0,-5-2-5 16,11 5 2-16,-11-5-2 0,11 7 2 16,-11-7-3-16,6 7 2 0,-6-7-1 0,8 12 1 0,-3-3-2 15,-3-1 0-15,2 1 1 0,-4 0-1 0,2 1 0 16,-2 0 1-16,-2 1-1 0,2-3 1 0,-6 4-1 15,1 2 0-15,-3 0 1 0,-1-2-1 0,-1 2 0 0,-4 0 1 16,0 0-1-16,1 0 2 0,0-1-3 16,0 1 1-16,0 2 1 0,0 1-1 0,2 4-3 0,-2 1 1 15,0 1 0-15,2-2 0 0,-2 1-1 0,3 2 0 16,3 2 0-16</inkml:trace>
  <inkml:trace contextRef="#ctx0" brushRef="#br0" timeOffset="150095.25">12314 17119 1218 0,'0'0'0'0,"0"0"0"0,0-2 0 0,0 2 26 0,4-3 1 16,-4 3-1-16,4-6 1 0,-4 6 4 0,0-3 2 16,0 3-1-16,0-5 1 0,0 5-10 0,0 0 2 15,0 0-1-15,0-4 0 0,0 4-14 0,3-3 2 0,-3 3-2 16,12-4 1-16,-12 4 5 0,15 0-1 15,-15 0 1-15,35 0 1 0,-9 0 4 0,4 0 0 0,2 0 1 16,-6 0-1-16,0 0 5 0,2 0 1 0,-4-1-1 16,2-1 1-16,4-2-6 0,-4 1 1 0,-2-1 1 15</inkml:trace>
  <inkml:trace contextRef="#ctx0" brushRef="#br0" timeOffset="151294.6">12452 17126 778 0,'-2'-2'0'16,"2"2"0"-16,2 2 0 0,-2-2 90 16,4 1 0-16,-4-1 0 0,0 0 1 0,0 0-76 0,0 0 1 15,0 0 0-15,0 0 0 0,0 0-16 0,0 0 0 0,0 0 0 16,0 0 0-16,0 0-11 0,0-1 0 16,0 1 0-16,0 0 0 0,0 0-5 0,0 0 1 15,0 0 1-15,0 0-1 0,0 0 2 0,0-2-1 16,0 2 1-16,0-2 0 0,0 2 11 0,-4 0 1 0,4 0 0 15,-2 0 0-15,2 0 6 0,0 0 2 16,0 0-1-16,-2 2 0 0,2-2 24 0,-11 12 0 0,11-12 0 16,-16 19 1-16,16-19 18 0,-19 29 0 15,11-11 1-15,7 1-1 0,-5 0-3 0,2 0 1 0,2 0-1 16,-3 2 1-16,3 1-9 0,-4 1 2 0,3-3-2 16,1 1 1-16,2 0-16 0,-4-4 0 0,0 2 0 15</inkml:trace>
  <inkml:trace contextRef="#ctx0" brushRef="#br0" timeOffset="152126.63">13259 16937 728 0,'-2'-2'0'0,"2"2"0"0,0 2 0 0,0-2 79 0,-4 7 2 15,4-7-1-15,-1 3 1 0,1-3-30 0,0 4 1 16,0-4 0-16,0 3 0 0,0-3-20 0,0 0 0 16,0 0 1-16,0 0-1 0,0 0-9 0,0 0-1 15,0 0 1-15,0 0 0 0,0 0-7 0,0 0 1 0,0 0 0 16,0 0 0-16,0 0 8 0,0 0 2 0,0 0-1 16,0 0 1-16,0 0 8 0,0 0 1 0,0 0-2 15,11 0 2-15,-11 0 0 0,20 0 1 0,1 0-1 16,7 0 1-16,0 2-4 0,5 1-1 0,-1 1 1 15,-1-2 1-15,1-1-6 0,-2 1 0 0,0 0 0 16,1 0 0-16,-4-1-14 0,2 3 2 0,-4-1 0 16,1 1 0-16,-2-1-6 0,-4 1 0 0,1-1 0 0,-4 1 0 15,-4-3-7-15,-4 1 2 0,-9-2-1 16,9 0 1-16,-9 0-5 0,4 0 1 0,-4 0-1 0</inkml:trace>
  <inkml:trace contextRef="#ctx0" brushRef="#br0" timeOffset="152647.74">13326 17229 1733 0,'-2'-1'0'0,"2"1"0"0,0 1 0 0,0-1 16 0,-4 2 0 0,4-2-1 15,-1 0 2-15,1 0 9 0,-6 0 0 0,6 0 0 16,-4 0-1-16,4 0-18 0,-3 0 1 0,3 0-1 0,-2 0 1 16,2 0-8-16,0 0 0 0,0 0 0 15,0 0 1-15,0 0-1 0,0 0 0 0,0 0 0 16,0 0 0-16,0 0 0 0,-2 0 0 0,2 0 0 0,0 0 0 0,0 0 0 0,0 0 0 16,0 0 0-16,0 0 1 15,0 0 1-15,0 0 2 0,0 0-2 0,7 0 1 0,-7 0 3 0,23-3 0 16,-23 3 1-16,33-5 0 15,-9 1 4-15,2 1 2 0,2-1-2 0,-3 1 1 0,-3-1 3 0,0-1-1 16,3 0 1-16,-1 0-1 16,2 1-6-16,4 2 1 0,-6-1 0 0,2 0 0 0,-2-1-3 15,-3 1-1-15,1-1 1 0,-1 2 0 0,-5 2-4 0,-1-1 0 0,-4-1 0 16,-3 2 2-16,-8 0-4 0,6 0 0 16,-6 0 0-16,1-2 0 0,-1 2-4 0,0 0 1 0,0 0 0 15</inkml:trace>
  <inkml:trace contextRef="#ctx0" brushRef="#br0" timeOffset="153113.12">13859 16823 1105 0,'0'-2'0'0,"0"2"0"15,-4-3 0-15,4 3 5 0,-2-4 1 0,2 4 0 16,-3-2-1-16,3 2-1 0,-4-3-1 0,4 3 0 16,-2-4 2-16,2 4-5 0,0-1 0 0,0 1 0 0,0 3 1 15,0-3-3-15,0 4 0 0,0-4-1 0,0 8 1 16,0-8 2-16,2 28 0 0,2-11 0 0,-1-1 1 15,-1-2 7-15,2-2 0 0,2-2 0 0,1-1 0 16,0-2 14-16,1-4 0 0,1 1 1 0,4-3-1 16,-3 1 20-16,1 0-1 0,6 0 1 0,1-1 1 15,3 1 1-15,5 0 1 0,-2 0 0 0,0-1 0 0,-1 1-18 16,-5 0 1-16,1 1 0 0,-1 2 0 0,1 4-10 16,-6 1 1-16,-2 3 0 0,-1-1 0 0,-3 0-3 15,-1 2 0-15,-3 1 0 0,-1 3 0 0,-2 1 2 16,-2 0 1-16,-3-2 0 0,-3 2 1 0,-1-2 0 15,0 1 0-15,-6-1 0 0,0-2 0 0,2-1-1 0,-6 0 2 16,1-2-2-16,-5-1 1 0,-1-4-10 0,2-2 1 16,-3 0-1-16,3 0 2 0,2-1-8 0,1-1 1 15,2 0-1-15</inkml:trace>
  <inkml:trace contextRef="#ctx0" brushRef="#br0" timeOffset="155675.66">14999 16786 187 0,'0'-1'0'16,"0"1"0"-16,0 0 0 0,0 0 27 0,-2-4 0 0,2 4 0 16,-1-8 1-16,1 8 2 0,0-19 1 0,0 19 1 15,-6-35-1-15,6 12-2 0,0-1 2 0,0 0-2 16,-4 3 1-16,2 6 5 0,0 3 1 0,2 1-1 16,0 2 1-16,0 9-16 0,0-10 1 0,0 10-1 15,0-9 2-15,0 9-2 0,0-1 1 0,0 1 1 16,0-2-1-16,0 2 20 0,0 0 1 0,0 0-1 15,0 0 2-15,0 0 0 0,0 0 0 0,0 0 0 0,0 2 1 16,0-2-6-16,0 14 0 0,0-1 0 16,-1 6 2-16,1 7-9 0,0 4 0 0,-2 1 1 0,0 0-1 0,2 4-6 15,-4 1 0-15,2-1-1 0,-3 1 2 0,-1 0 2 16,-1 1 1-16,-1-3 1 0,3-1-1 0,1-2 7 16,4-1 1-16,0-3-1 0,4-4 1 0,-2-2-1 15,1-2 1-15,1-5-1 0,0-2 1 0,1-2-8 16,3-3 1-16,-1-5 0 0</inkml:trace>
  <inkml:trace contextRef="#ctx0" brushRef="#br0" timeOffset="156584.49">15228 16610 1470 0,'-1'-4'0'0,"1"4"0"0,0-1 0 0,0 1 57 0,0 3 1 16,0-3-1-16,0 0 2 0,0 0 15 0,0 0 1 0,0 0 0 16,0-3 0-16,0 3-34 0,0-4-1 0,0 4 1 0,5-5 0 0,-5 5-24 15,11-16 0-15,-11 16 0 16,13-19-1-16,-13 19-8 0,8-8 1 0,-8 8 0 16,7-5 0-16,-7 5-3 0,8-7-1 0,-8 7 1 15,9-2 0-15,-9 2-2 0,6 0 1 0,-6 0-1 0,15 2 2 16,-15-2-3-16,24 12 0 0,-24-12 1 15,30 12 0-15,-30-12 1 0,37 12 0 0,-18-7 1 0,-5-3 0 0,3-2-1 16,0-4 2-16,0 1-1 16,1-2 0-16,3-2 0 0,1-2 1 0,2 1-2 0,-1-1 2 0,-5 0-1 15,3 1-1-15,-2 2 1 0,-3 1 1 0,-1 0-2 0,-4 0 1 16,-3 1-1-16,-3 4 1 16,-5 0-1-16,8 4-1 0,-8-4 0 0,4 3 1 0,-4-3-4 0,5 7 1 15,-5-7-1-15,-4 14 2 16,3 2-3-16,-3 4 1 0,0 3 0 0,0-2 0 0,-1-1 0 15,-1 1 0-15,1 2 0 0,1-1 2 16,-2-1-2-16,1 2 1 0,3-1-1 0,-2-3 1 0,2 0 1 0,-3 0-1 16,-3-2 0-16,3 2 2 0,-1 0-2 0,1 1 1 15,-1-1 0-15,4 0 1 0,-2 1-1 16,2 1 1-16,-1 0-1 0,-3-2 1 0,2 0-1 0,-1 0 0 0,-1 2 0 16,-1 3 1-16,1-1-1 0,1 1 2 15,-3 0-2-15,-1 0 2 0,0-1 0 0,-5 1 1 0,5 0-1 16,2-1 1-16,1-4 1 0,4 0-1 15,-1-4 1-15,1-1 0 0,2-3-3 0,2-5 1 16,-2-6-1-16,5 9 2 0,-5-9-3 0,0 4 1 16,0-4-1-16</inkml:trace>
  <inkml:trace contextRef="#ctx0" brushRef="#br0" timeOffset="156963.34">15364 17003 1859 0,'4'-4'0'0,"-4"4"0"0,0-1 0 0,0 1 34 0,-4 5 0 15,4-5 1-15,0 1 0 0,0-1-7 16,0-1 1-16,0 1-1 0,0 0 1 0,0 0 14 0,0 0 1 16,0 0-1-16,4-2 0 0,-4 2-19 0,8-3 1 0,-8 3-1 15,15-6 1-15,-15 6-7 16,22-7 1-16,-22 7-1 0,35-12 1 0,-12 7-8 0,1 0 0 0,-2 0 1 15,-1 0-1-15,-3 1-3 0,-1 4 0 16,2 0-1-16,-1-2 1 0,5 1-3 0,1-1-1 0,0 0 1 16</inkml:trace>
  <inkml:trace contextRef="#ctx0" brushRef="#br0" timeOffset="158114.26">16277 16869 1532 0,'0'-1'0'0,"0"1"0"0,0 1 0 15,0-1 42-15,0 7 1 0,0-7-2 0,0 4 2 0,0-4 17 16,0 2 1-16,0-2 0 0,0 0-1 0,0 0-35 16,0 1 0-16,0-1-1 0,-1 12 2 0,1-12-17 15,-4 19 1-15,4-19-1 0,-6 32 1 0,3-12-5 16,-1 3 0-16,2-1 1 0,2-1-1 0,-4 0-1 16,2 0 0-16,1-1 0 0,1 0 0 0,0 0 2 0,0-1 1 15,0-3-1-15,-2-2 1 0,0-4 0 0,0-3 1 16,2-7-2-16,2 10 2 0,-2-10 1 0,5 6 0 15,-5-6 0-15,0 1 1 0,0-1-1 0,0-3 1 16,0 3-1-16,6-16 1 0,1-1-2 0,5-6 1 0,-3-1-1 16,2-2 1-16,-2-3-3 0,1-4 0 15,3 2 1-15,2 3 0 0,5 2 1 0,4 2 1 0,-3 1 0 16,1 3 0-16,-3 1-4 0,1 1 1 0,1 3-1 16,-2 1 2-16,-1 2-3 0,-1 3 0 0,0 2-1 15,-4 2 2-15,-4 3-3 0,0 2 0 0,-1 2 1 16,-3 0-1-16,-5-2-2 0,6 2 0 0,-6-2 0 15,6 1 1-15,-6-1-2 0,1 12 1 0,1-5 0 16,0 4 0-16,0 3-3 0,-2 1-1 0,-2 2 1 0,-3 1 1 0,-1-1-4 16,-1 2 0-16,1-2 1 0,-5-3-1 15,0-2-1-15,-1-1 2 0,3-3-2 16,2 1 1-16,3-2 0 0,2-2 0 0,2-5-1 16,-9 11 2-16,9-11 2 0,-4 8 2 0,4-8-1 0,-4 7 1 0,4-7 0 0,-2 4 1 15,2-4 0-15,-5 3 0 16,5-3 0-16,0 3 0 0,0-3 0 0,5-1 0 0,-5 1 0 15,13-5 0-15,-3-1 0 0,5-2 0 16,3-6-2-16,1-3 1 0,0-1-2 0,-1 3 2 0,-5 1-2 16,0 0 1-16,-2 2-2 0,3 0 2 15,-1 1-6-15,1 3 1 0,1 1-1 0,-2 2 2 0,-5 1-2 16,-1 4 0-16,-7 0 0 0,12-2 1 0,-12 2 1 0,7 2 0 0,-7-2-1 16,4 7 2-16,-4-7 1 0,5 4 1 15,-5-4 0-15,0 8-1 0,0 1 3 16,0 3 1-16,0 2 0 0,-3 0 0 0,1-1 0 15,-4 3 1-15,2 0 0 0,1-3 1 0,-1-2 2 0,2-1 2 0,-2-3-2 16,2-2 2-16,2-5 4 0,0 6 1 16,0-6 0-16,0 3 0 0,0-3 2 0,0 0 0 0,0 0 1 15</inkml:trace>
  <inkml:trace contextRef="#ctx0" brushRef="#br0" timeOffset="158714.2">17151 16844 1746 0,'-3'-2'0'0,"3"2"0"0,-4 5 0 0,4-5 33 16,-6 12 2-16,6-12 0 0,-5 12 0 0,5-12 4 0,-6 9 1 0,6-9 0 15,-7 9 0-15,7-9-22 16,-10 13 0-16,10-13 0 0,-11 12 1 0,11-12-16 0,-11 14 1 0,11-14-1 15,-11 14 0-15,11-14-3 0,-11 14 0 16,11-14 0-16,-12 14 0 0,12-14-2 0,-11 12 1 0,11-12-1 16,-11 17 1-16,11-17-5 0,-11 26 2 0,11-26-1 0,0 24 1 15,0-24-1-15,4 25 1 0,-4-25-1 16,5 19 2-16,-5-19-1 0,4 15 1 0,-4-15 0 16,6 9 0-16,-6-9 1 0,13 7 0 0,-13-7 0 15,18 5-1-15,-18-5 1 0,21 4 0 0,-21-4 0 16,28-2 1-16,-28 2-3 0,28-9 2 0,-28 9 0 15,26-12 0-15,-26 12-3 0,22-19 1 0,-22 19-1 16,22-24 2-16,-22 24-3 0,23-24 0 0,-23 24 1 16,13-18-1-16,-13 18 1 0,4-10 0 0,-4 10 0 15,0-9 0-15,0 9 1 0,0-2-1 0,0 2 1 0,-2-1 0 0,2 1 2 16,-4-4 1-16,4 4-1 16,-4-3 0-16,4 3 2 0,-4-4 0 0,4 4 0 15,-11 0 0-15,11 0 5 0,-13-3 1 0,13 3-1 0,-13-4 1 16,13 4 7-16,-15-3 1 0,15 3-1 0,-16-7 1 15,16 7 5-15,-23-7 0 0,23 7 0 0,-31-9 0 16,12 3-4-16,0 0 0 0,1 3 0 0</inkml:trace>
  <inkml:trace contextRef="#ctx0" brushRef="#br0" timeOffset="159544.97">17600 16814 1658 0,'0'2'0'0,"0"-2"0"0,0 2 0 0,0-2 15 0,0 3 0 0,0-3 1 15,-1 2 0-15,1-2 10 0,-4 0 1 0,4 0-2 16,-8 0 2-16,8 0-21 0,-13 0 1 0,13 0-2 16,-16 7 2-16,16-7-7 0,-23 14 0 0,23-14 0 15,-22 12 0-15,22-12-3 0,-19 19-1 0,19-19 1 16,-18 20 1-16,18-20-3 0,-21 26 2 0,21-26-2 15,-17 26 2-15,17-26 2 0,-13 28 0 0,13-28 0 0,-9 26 1 16,9-26 0-16,0 28 0 0,0-28 0 0,0 27 0 16,0-27 1-16,9 33 1 0,-9-33 0 0,15 26 0 0,-15-26 3 15,13 18 1-15,-13-18-2 0,15 10 2 0,-15-10 0 16,6 10 1-16,-6-10 0 0,13 9 0 16,-13-9 4-16,13 7 0 0,-13-7 0 0,15 5 0 0,-15-5 1 15,11 4-1-15,-11-4 0 0,11 3 0 0,-11-3 4 16,7 2 0-16,-7-2-1 0,8-2 2 0,-8 2-2 0,9-3 1 15,-9 3 0-15,6-4-1 0,-6 4 1 16,7-5-1-16,-7 5 1 0,13-9 0 0,-13 9-2 0,21-12 2 16,-21 12-1-16,18-21 1 0,-18 21-3 0,19-27 0 15,-10 9 1-15,1 1 0 0,-1-2-2 0,-1-2 1 16,-3-1-1-16,1-2 0 0,1-2-1 0,1-2 0 16,-3-2 0-16,-1-1 2 0,-2-2-1 0,0-1 0 15,-1-1 0-15,1 4 1 0,0 3-2 0,2 2 1 0,0 2-1 16,-1 2 1-16,1 1-1 0,0 2 0 0,0 3 0 15,-1 2 1-15,-1 4 1 0,0 3 0 0,-2 7 1 16,4-10-1-16,-4 10-1 0,2-11 0 0,-2 11 1 16,0-7 0-16,0 7-2 0,0-3 1 0,0 3 1 15,0-7-1-15,0 7-2 0,0-3 0 0,0 3 0 16,5-4 0-16,-5 4-4 0,2-3 1 0,-2 3-1 16,4 0 2-16,-4 0-3 0,2 0-1 0,-2 0 0 15,-4 7 2-15,2 1-4 0,0 3 1 0,2 6-1 16,-4 4 2-16,4 5-3 0,0 1 1 0,0 3 0 15,0-3 0-15,0 1-1 0,0 0 0 0,0 1 0 16,0 2 1-16,4-1-1 0,-2-1 0 0,4 1 0 0,-1-1 1 16,1 2 0-16,-1 2 0 0,1 0 1 0,1-4-1 15,-5 1 1-15,0-1 0 0,2-1 0 0,2-2 2 0,-1-4-2 16,1-3 1-16,-4-3 1 0,-2-2-1 0,-2-2-1 16,0-2 1-16,0-3-1 0,0-2 0 0,2-5-1 15,-4 6 0-15,4-6 0 0,-3 7 2 0,3-7-3 0,-4 3 0 16,4-3 0-16</inkml:trace>
  <inkml:trace contextRef="#ctx0" brushRef="#br0" timeOffset="160414.01">18243 16518 2009 0,'0'0'0'0,"0"0"0"0,0 0 0 0,0 0 14 0,-2 4 0 0,2-4 1 16,2 1 0-16,-2-1 14 0,8-3 1 15,-8 3 0-15,13-7 1 0,-13 7-18 0,24-14 2 0,-24 14-2 16,33-21 2-16,-33 21-13 0,34-20 0 15,-34 20 0-15,32-23 1 0,-32 23-3 0,20-14 0 0,-20 14 0 16,24-14 1-16,-24 14-1 0,32-10 0 0,-32 10 0 16,32-10 0-16,-32 10 0 0,26-6 0 0,-26 6 0 15,20-1 0-15,-20 1 2 0,13 0 0 0,-13 0 1 0,13 0 0 0,-13 0-1 16,23 0 0-16,-23 0 1 16,24-2 0-16,-24 2-2 0,34-3 0 0,-34 3 0 0,27 0 1 0,-27 0-2 15,25 0 0-15,-25 0 0 16,18 0 1-16,-18 0-2 0,12 0 1 0,-12 0 0 15,7 0 0-15,-7 0-3 0,6 0 1 0,-6 0 0 16,3 5 1-16,-3-5-3 0,4 7 1 0,-4-7 0 0,-2 14 0 0,2-14 1 16,-9 29 1-16,0-12-1 0,-1 1 1 0,-1-1-1 0,0 2 2 15,0-2-1-15,-2 0 1 0,1 3 0 16,3-1 0-16,2-2 0 0,-1 0 0 0,1 0 1 0,-1-1 1 16,1 1-1-16,-1 1 1 0,1-1 4 15,-2 0 0-15,-1 1 1 0,1-1 0 0,3 0 3 0,-1 1 0 16,1-1 0-16,1-2 0 0,-1 1 1 15,1 1 2-15,-1 1-1 0,0-1 0 0,1 2 1 16,-1 0-1-16,3 3 0 0,-7 3 2 0,3 2 1 16,-3 3-1-16,3 1 1 0,3-2-1 0,-1-1 0 15,3-2 0-15,0 0 1 0,0-2 0 0,4-3-4 0,0-2 0 16,0-5 0-16,0-2 2 0,1-3-4 0,-3-4 1 16,0-5-1-16,4 5 1 0,-4-5-4 0,4 3 1 15,-4-3 0-15,2 0 0 0,-2 0-5 0,0-3 0 16,0 3 0-16</inkml:trace>
  <inkml:trace contextRef="#ctx0" brushRef="#br0" timeOffset="160813.29">18409 16773 1695 0,'0'-2'0'0,"0"2"0"0,0 2 0 0,0-2 30 16,0 5 2-16,0-5-2 0,0 3 2 0,0-3 8 0,0 0 1 15,0 0 1-15,0 0 0 0,0 0-16 16,0 0 1-16,0 0 0 0,9-3 1 0,-9 3-16 16,13-4 0-16,-13 4-1 0,17-3 2 0,-17 3-3 15,26-4 0-15,-26 4 0 0,23-3 0 0,-23 3 2 0,20-4 2 16,-20 4-2-16,22 0 2 0,-22 0-1 0,23 0 0 16,-23 0 1-16,32 0-1 0,-12 0 0 0,2 0-1 15,3 0 0-15,-7 0 2 0,1 0-4 0,-1 0 0 0,1-1 0 16,-4-1 0-16,0 0-4 0,-2 1 0 15,-4 1-1-15</inkml:trace>
  <inkml:trace contextRef="#ctx0" brushRef="#br0" timeOffset="161344.29">19354 16812 1771 0,'-4'-3'0'0,"4"3"0"0,0 0 0 0,0 0 12 0,7 7-1 0,-7-7 0 16,8 2 0-16,-8-2 19 0,7 1-1 0,-7-1 0 16,19-1 0-16,-19 1-7 0,34-2 1 0,-14 0-1 15,1-1 1-15,1-1-6 0,4 1 1 0,-2-2 0 16,-3-1 0-16,-3 1-15 0,-1 2 1 0,2 1 0 15,-1 0 0-15,1-1-3 0,0-1 0 0,-3 3 1 16,-1 1-1-16,-2 0-1 0,-3 0 0 0,-3 0 0 0,-1 0 0 16,-6 0-3-16,7 0 2 0,-7 0-1 0</inkml:trace>
  <inkml:trace contextRef="#ctx0" brushRef="#br0" timeOffset="161764.89">19393 17075 1356 0,'0'0'0'0,"0"0"0"0,0 0 0 0,0 0 17 16,0 0 0-16,0 0 0 16,0 0 0-16,0 0 17 0,0 0 1 0,0 0 0 0,0 0 1 0,0 0-7 15,2 0 1-15,-2 0-1 16,13-1 2-16,-13 1-10 0,17-4 0 0,-17 4 1 0,18-3 0 0,-18 3-2 15,26-7 1-15,-26 7-1 16,21-7 1-16,-21 7-1 0,18-4 2 0,-18 4-1 16,17-3 0-16,-17 3-6 0,15-7 1 0,-15 7-1 0,22-3 1 0,-22 3-6 0,34-4 1 15,-34 4-1 1,33-5 2-16,-14 2-6 0,0-1 2 0,-1 2 0 0,-3 1 0 0,0-1-6 0,-4 0 2 16,-1 2-1-16</inkml:trace>
  <inkml:trace contextRef="#ctx0" brushRef="#br0" timeOffset="162613.25">20110 16544 1419 0,'0'0'0'0,"0"0"0"0,0 0 0 0,0 0 12 0,0-2 1 16,0 2-1-16,0 0 2 16,0 0 13-16,-2 0 1 0,2 0-2 0,-3-1 3 0,3 1-16 0,-4-4 2 15,4 4-1-15,-4-3 1 16,4 3-12-16,-2-4 2 0,2 4-1 0,-5-3 1 0,5 3-3 0,-4-4 0 15,4 4 0-15,0 0 1 16,0 0 3-16,0 0 1 0,0 0 0 0,0 0 1 0,0 0 4 0,9 0 1 16,-9 0 1-16,25 6-1 0,-3-1 9 15,6 2-1-15,-2-2 0 0,-2-2 1 0,0 1-7 16,-5-1 2-16,1 1 0 0,-1-1 0 0,0 1-5 0,-1-1 2 0,-1 1-2 16,-2-1 2-16,-6 0-4 0,1-1 0 15,-3 0 0-15,-3 0 0 0,-4-2 2 0,5 7 2 0,-5-7-2 16,6 7 2-16,-6-7-4 0,0 6 1 15,0-6-1-15,-4 9 1 0,2-2-3 0,-1 2 0 0,-3 3 0 16,-3 2 0-16,-2 1-2 0,-1 3 1 0,-1-3 0 0,0-3 1 16,2-3-6-16,4-4 1 0,7-5 1 15,-11 7-1-15,11-7 3 0,-6 5-1 0,6-5 1 16,-4 4-1-16,4-4-1 0,-3 3 0 0,3-3 0 16,-4 4 0-16,4-4 0 0,-4 3-1 0,4-3 0 0,0 0 1 15,0 0-2-15,0 0 0 0,0 0 0 16,6 0 1-16,-6 0-2 0,15-2 0 0,-2 2 0 15,3 2 0-15,5 3-5 0,1 2 0 0,1-2 0 16,-3 1 0-16,-1-1-34 0,-3 0 0 0,-1 0 0 16,-3-1 1-16,-5-1-13 0,-1 0 1 0,-6-3 0 15,9 7 0-15,-9-7 11 0,7 6 0 0,-7-6 0 16,4 10 0-16,-4-10 19 0,-2 10 1 0,2-10 0 16,-3 11 0-16,1-4 11 0,-2 0 2 0,2-1-2 0,0 1 1 15,-2 2 6-15,1 1 0 0,-1 1 0 0,-2-1 0 16,-3 1 7-16,-2-1 0 0,2 0-1 0,-1-1 1 15,-1 0 9-15,0-1 1 0,2 1-2 0,3-2 2 0,6-7 7 16,-13 10-1-16,7-3 1 0,-1 0 0 16,0 0-9-16,-1 0 1 0,2 0 0 0,-1 0-1 0,0-2-7 15,-1 0 1-15,8-5-1 0</inkml:trace>
  <inkml:trace contextRef="#ctx0" brushRef="#br0" timeOffset="165644.85">26743 13145 225 0,'0'0'0'0,"0"0"0"0,-1 0 0 0,1 0 15 0,-4-3-1 16,4 3 1-16,-4-4 1 0,4 4 67 15,-2-3 1-15,2 3-1 0,0-4 1 0,0 4-26 0,0-3 1 16,0 3-1-16,0-3 0 0,0 3-7 0,0-4 0 16,0 4 1-16,0-3 0 0,0 3-16 0,0-4 0 15,0 4-1-15,0-3 2 0,0 3-12 0,0-4 0 16,0 4 0-16,0-3 0 0,0 3-3 0,-2-4-1 16,2 4 0-16,0-1 1 0,0 1-4 0,-3 0 0 0,3 0 0 15,-2 0-1-15,2 0 4 0,-2 0 0 16,2 0-1-16,0 0 2 0,0 0 0 0,0 0 2 0,0 0-2 15,0 0 2-15,0 0-3 0,7 0 0 16,-7 0 0-16,30 0 1 0,-2-2-2 0,8 0 0 0,1-1 0 16,2-1 2-16,4-1-5 0,2-2 1 0,-3 0-1 15,-3 0 1-15,-1 0-4 0,-3 0 0 0,1 0 1 16,-3 2 0-16,-1 2-7 0,-2 1-1 0,-1 2 1 16,1 0 0-16,0 2 0 0,-2 1 1 0,-2 2-1 15,-4 1 1-15,-3 1 2 0,-4-4 1 0,-4 2 0 16,-2-3 0-16,-1 0 0 0,-3-1 1 0,-5-1-1 15,12 4 1-15,-12-4 1 0,7 3-1 0,-7-3 1 0,6 0-1 16,-6 0 2-16,3 0-1 0,-3 0 1 0,4 0 1 0,-4 0-2 16,4 0 1-16,-4 0-1 0,4-3 1 15,-4 3-1-15,3-4 0 0,-3 4 1 0,2 0-1 0,-2 0-5 16,0-3 0-16,0 3 0 0,0 0 0 0,0 0-4 16,0 0-1-16,0 0 1 0</inkml:trace>
  <inkml:trace contextRef="#ctx0" brushRef="#br0" timeOffset="166345.62">27694 12905 1306 0,'0'2'0'0,"0"-2"0"0,-2 1 0 0,2-1 24 16,-6-1 2-16,6 1 0 0,-4 0 0 0,4 0-8 16,-3 0 0-16,3 0 0 0,-4-2 1 0,4 2-11 15,-4 0 1-15,4 0 0 0,-3-4 0 0,3 4-8 0,-4-3 0 16,4 3 0-16,-4-4 1 0,4 4-2 15,0 0 0-15,0 0 0 0,-4-1 1 0,4 1 2 16,-3 0 0-16,3 0-1 0,0 0 2 0,0 0 6 16,-2 0 0-16,2 0 0 0,0 0 0 0,0 0 6 0,-4 0 0 15,4 0 0-15,-2 0 1 0,2 0 4 0,0 0 2 0,0 0-2 16,0 0 2-16,0 0-11 0,0 0 0 16,0 0 1-16,0 0-1 0,0 0-5 0,0 0 1 0,0 0-1 15,0 0 1-15,0 0-4 0,0 5 0 16,0-5 1-16,8 5-1 0,-8-5-1 0,20 4 1 0,-20-4-1 15,28 3 2-15,-9 0-2 0,1-1 0 16,3 2 1-16,-5-3 0 0,1 1-2 0,1 0 1 0,3 1-1 16,-1 1 1-16,0-1 0 0,3-1-1 0,-3 3 0 0,-1 0 1 0,-7-1 2 15,-1-1-1-15,-1 1 1 16,-5-1 1-16,-7-3 0 0,9 4 1 0,-9-4 0 16,4 3 1-16,-4-3 2 0,4 4 0 0,-4-4 0 15,2 6 1-15,-2-6 0 0,-6 7 2 0,-1 2-1 0,-6 7 0 0,-6 4 5 16,-1 5 0-16,-3-3 0 15,-3-3 0-15,-2-2 2 0,0 1 1 0,2 1-1 0,4-5 1 0,3-1 0 16,6 1 2-16,0 2-1 16,0-2 0-16,2-2-3 0,1-2 1 0,1-5-1 15</inkml:trace>
  <inkml:trace contextRef="#ctx0" brushRef="#br0" timeOffset="172074.54">28622 12391 162 0,'1'0'0'0,"-1"0"0"0,2 0 0 0,-2 0 65 16,0 0 2-16,0 0-2 0,0 0 1 0,0 0-13 16,0 0 0-16,0 0 1 0,0 0 0 0,0 0-26 0,0 0 0 15,0 0 0-15,0 0 0 0,0 0-2 0,0 0 1 16,0 0 0-16,0 0 0 0,0 0-8 0,0 0 0 16,0 0 0-16,0 0 1 0,0 0-5 0,0 0 0 15,0 0-1-15,0 0 2 0,0 0 2 0,0 0 1 16,0 0-1-16,0 0 1 0,0 0 2 0,0 0 1 15,0 0-1-15,0 0 1 0,0 0-1 0,0-2 0 16,0 2-1-16,6-3 1 0,-6 3-2 0,13-4 2 0,-13 4-1 16,13-3 0-16,-13 3-1 0,13-5 0 0,-13 5 0 15,15-4 0-15,-15 4-4 0,13-3 1 0,-13 3-1 16,17 0 1-16,-17 0-1 0,22-2-1 0,-22 2 1 16,19-5-1-16,-19 5-2 0,13 0-1 0,-13 0 0 15,7-2 0-15,-7 2-2 0,4 0 0 0,-4 0 0 0,4-2 1 16,-4 2-3-16,0 0 1 0,0 0 0 15,0 0 0-15,0 0 1 0,0 0 0 0,0 0 0 0,0 0 0 0,0 0 0 16,0 0 0-16,0 0 0 16,0 0-1-16,0 0 0 0,0 0 0 0,0 0 0 0,0 0 0 0,0 0-1 15,-4 0-1-15,4 0 1 0,-4 0 1 0,4 0 1 0,-9 0 1 16,9 0-1-16,-17 2 1 0,17-2 2 16,-24 7 2-16,24-7-1 0,-32 7 1 0,32-7 3 0,-35 14 0 15,35-14-1-15,-32 15 1 16,32-15 6-16,-26 11 0 0,26-11 0 0,-26 13 0 0,26-13-1 0,-20 11-1 15,20-11 0-15,-27 15 2 0,27-15-5 16,-29 12 1-16,29-12 0 0,-28 11 0 0,28-11-2 16,-21 7-1-16,21-7 1 0,-17 7 0 0,17-7-6 0,-7 7 1 0,7-7-1 15,-8 7 0-15,8-7-4 0,-7 6 0 16,7-6-1-16,-7 9 2 0,7-9-3 0,-8 7 0 0,8-7 0 16,-7 14 0-16,7-14-1 0,-8 14-1 15,8-14 0-15,-4 14 2 0,4-14-2 0,-1 12 1 0,1-12-1 16,-2 14 0-16,2-14 1 0,0 13 0 15,0-13 1-15,0 13-1 0,0-13 1 0,0 8-1 0,0-8 1 16,0 5-1-16,0-5-2 0,0 4 2 16,0-4-1-16,0 3 0 0,0-3-1 0,0 4 0 0,0-4 0 15,0 3 0-15,0-3-1 0,0 2 2 0,0-2-2 0,0 0 1 0,0 0-2 16,0 0 1-16,0 0 0 16,0 0 0-16,0 0 1 0,0 0-1 0,0 0 0 15,0 2 0-15,0-2 0 0,-2 5 0 0,2-5 0 16,-4 3 2-16,4-3-2 0,-4 11 1 0,4-11-1 0,-5 17 1 0,5-17-1 15,-9 14 2-15,9-14-2 16,-12 12 1-16,12-12-1 0,-11 10 0 0,11-10 0 0,-9 11 2 0,9-11-2 16,0 3 1-16,0-3-1 15,-4 4 1-15,4-4 1 0,-4 3 0 0,4-3-1 16,-1 4 2-16,1-4 0 0,0 3 1 0,0-3-1 0,-2 3 1 0,2-3-2 0,-2 0 1 16,2 0 1-16,0 0-1 15,0 0 0-15,-4 0-1 0,4 0 0 0,-4 0 2 0,4 0-3 16,-3 6 2-16,3-6-1 0,-4 7 0 0,4-7 0 15,-6 8-1-15,6-8 0 0,-7 5 1 0,7-5-1 16,-6 7-1-16,6-7 0 0,0 2 1 0,0-2-2 0,-3 4 1 0,3-4 0 16,-4 3 0-16,4-3-1 0,0 3 1 15,0-3-1-15,0 0 2 0,0 0-2 0,0 0 1 0,0 0 0 16,0 0 0-16,0 0-1 0,-2 0 1 16,2 0 0-16,0-1 0 0,0 1 0 0,0-2 1 0,0 2-1 15,0-3 0-15,0 3 0 0,-2-4 1 16,2 4 0-16,0-2 1 0,0 2-1 0,0-5 0 0,0 5 0 15,2-7 2-15,-2 7-2 0,17-12 0 16,-17 12 1-16,35-17-1 0,-9 8 0 0,6 2 0 0,1 2 0 16,3 2 1-16,1-4-2 0,0 3 1 15,1 2 0-15,-3 1 1 0,-1-1-2 0,-3 0 0 0,-1 2 0 16,-2 4 0-16,-2 1-1 0,-4 4 0 0,1 3 0 16,-3-4 1-16,-1 1-1 0,-2 1 0 0,-8 4 0 15,0-2 0-15,-5-1 0 0,-4 1 0 0,-4 0 0 0,-5 2 0 16,-6 1 0-16,-7 3 0 0,-15 8 0 15,5-9 0-15,0-1 0 0,0-3 0 0,14-6 0 16,-5 0 1-16,3 0-1 0,-2 0 1 0,-4 0-1 16</inkml:trace>
  <inkml:trace contextRef="#ctx0" brushRef="#br0" timeOffset="173328.78">28579 12934 12 0,'0'0'0'0,"0"0"0"15,0 0 0-15,0 0 0 0,0 0 0 0,0 0 0 16,0 0 0-16,0 0 0 0,0 0 0 0,0 0 0 15,0 0 0-15,0 0 0 0,0 2 0 0,0-2 0 16,0 3 0-16,0-3 0 0,0 4 0 0,0-4 0 16,0 3 0-16,0-3 0 0,0 2 0 0,0-2 0 15,0 4 0-15,0-4 0 0,0 3 0 0,0-3 0 16,0 0 1-16,0 0 7 0,0 0 1 0,0 0 0 0,-4 0 0 16,4 0 28-16,-4 0 1 0,4 0 0 15,-3 2 0-15,3-2 33 0,-4 7 1 0,4-7 0 16,-9 7-1-16,9-7-3 0,-17 6-1 0,17-6 0 15,-23 13 1-15,23-13-14 0,-26 17 1 0,26-17-2 0,-18 9 2 16,18-9-13-16,-12 5 1 0,12-5-2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11T09:03:11.610"/>
    </inkml:context>
    <inkml:brush xml:id="br0">
      <inkml:brushProperty name="width" value="0.05" units="cm"/>
      <inkml:brushProperty name="height" value="0.05" units="cm"/>
    </inkml:brush>
  </inkml:definitions>
  <inkml:trace contextRef="#ctx0" brushRef="#br0">100 144 4416 0 0,'-3'-2'0'0'0,"-5"-5"37"0"0,6 2 73 0 0,2 5-105 0 0,0-1 168 0 0,-21-17 1863 0 0,12 14-1291 0 0,0 1 0 0 0,0 0 0 0 0,-1 0 0 0 0,1 1 1 0 0,-11-1-1 0 0,24 4-719 0 0,1 1 0 0 0,-1-1 0 0 0,0 1 0 0 0,0 0 0 0 0,0 0 1 0 0,0 1-1 0 0,4 2 0 0 0,-7-4-22 0 0,13 4 25 0 0,-1 0 0 0 0,1-1 1 0 0,0 0-1 0 0,0-1 0 0 0,0-1 0 0 0,28 2 1 0 0,-40-4-30 0 0,13 0 15 0 0,0 0-1 0 0,1 0 0 0 0,-1-2 0 0 0,0 0 1 0 0,1 0-1 0 0,-1-2 0 0 0,0 0 0 0 0,-1 0 1 0 0,16-8-1 0 0,134-38 26 0 0,-57 21-43 0 0,-71 20-6 0 0,-1 2 0 0 0,2 2-1 0 0,62-2 1 0 0,-79 7-3 0 0,0 0 1 0 0,0 2-1 0 0,-1 0 1 0 0,29 8-1 0 0,77 27-40 0 0,-51-13 26 0 0,-31-11 20 0 0,-14-3 1 0 0,0-2 0 0 0,0-1 0 0 0,39 4 1 0 0,-22-7 7 0 0,-1-3 1 0 0,0-2 0 0 0,0-2 0 0 0,0-2 0 0 0,-1-1-1 0 0,64-19 1 0 0,-92 20 3 0 0,280-72 186 0 0,-280 74-175 0 0,0 0 0 0 0,1 2 0 0 0,-1 0-1 0 0,1 1 1 0 0,-1 0 0 0 0,1 2 0 0 0,-1 0-1 0 0,1 0 1 0 0,-1 2 0 0 0,0 0-1 0 0,0 1 1 0 0,25 11 0 0 0,-25-8 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شريحة عنوان" type="title">
  <p:cSld name="TITLE">
    <p:spTree>
      <p:nvGrpSpPr>
        <p:cNvPr id="1" name="Shape 11"/>
        <p:cNvGrpSpPr/>
        <p:nvPr/>
      </p:nvGrpSpPr>
      <p:grpSpPr>
        <a:xfrm>
          <a:off x="0" y="0"/>
          <a:ext cx="0" cy="0"/>
          <a:chOff x="0" y="0"/>
          <a:chExt cx="0" cy="0"/>
        </a:xfrm>
      </p:grpSpPr>
      <p:sp>
        <p:nvSpPr>
          <p:cNvPr id="12" name="Google Shape;12;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rtl="1">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rtl="1">
              <a:lnSpc>
                <a:spcPct val="90000"/>
              </a:lnSpc>
              <a:spcBef>
                <a:spcPts val="1000"/>
              </a:spcBef>
              <a:spcAft>
                <a:spcPts val="0"/>
              </a:spcAft>
              <a:buClr>
                <a:schemeClr val="dk1"/>
              </a:buClr>
              <a:buSzPts val="2400"/>
              <a:buNone/>
              <a:defRPr sz="2400"/>
            </a:lvl1pPr>
            <a:lvl2pPr lvl="1" algn="ctr" rtl="1">
              <a:lnSpc>
                <a:spcPct val="90000"/>
              </a:lnSpc>
              <a:spcBef>
                <a:spcPts val="500"/>
              </a:spcBef>
              <a:spcAft>
                <a:spcPts val="0"/>
              </a:spcAft>
              <a:buClr>
                <a:schemeClr val="dk1"/>
              </a:buClr>
              <a:buSzPts val="2000"/>
              <a:buNone/>
              <a:defRPr sz="2000"/>
            </a:lvl2pPr>
            <a:lvl3pPr lvl="2" algn="ctr" rtl="1">
              <a:lnSpc>
                <a:spcPct val="90000"/>
              </a:lnSpc>
              <a:spcBef>
                <a:spcPts val="500"/>
              </a:spcBef>
              <a:spcAft>
                <a:spcPts val="0"/>
              </a:spcAft>
              <a:buClr>
                <a:schemeClr val="dk1"/>
              </a:buClr>
              <a:buSzPts val="1800"/>
              <a:buNone/>
              <a:defRPr sz="1800"/>
            </a:lvl3pPr>
            <a:lvl4pPr lvl="3" algn="ctr" rtl="1">
              <a:lnSpc>
                <a:spcPct val="90000"/>
              </a:lnSpc>
              <a:spcBef>
                <a:spcPts val="500"/>
              </a:spcBef>
              <a:spcAft>
                <a:spcPts val="0"/>
              </a:spcAft>
              <a:buClr>
                <a:schemeClr val="dk1"/>
              </a:buClr>
              <a:buSzPts val="1600"/>
              <a:buNone/>
              <a:defRPr sz="1600"/>
            </a:lvl4pPr>
            <a:lvl5pPr lvl="4" algn="ctr" rtl="1">
              <a:lnSpc>
                <a:spcPct val="90000"/>
              </a:lnSpc>
              <a:spcBef>
                <a:spcPts val="500"/>
              </a:spcBef>
              <a:spcAft>
                <a:spcPts val="0"/>
              </a:spcAft>
              <a:buClr>
                <a:schemeClr val="dk1"/>
              </a:buClr>
              <a:buSzPts val="1600"/>
              <a:buNone/>
              <a:defRPr sz="1600"/>
            </a:lvl5pPr>
            <a:lvl6pPr lvl="5" algn="ctr" rtl="1">
              <a:lnSpc>
                <a:spcPct val="90000"/>
              </a:lnSpc>
              <a:spcBef>
                <a:spcPts val="500"/>
              </a:spcBef>
              <a:spcAft>
                <a:spcPts val="0"/>
              </a:spcAft>
              <a:buClr>
                <a:schemeClr val="dk1"/>
              </a:buClr>
              <a:buSzPts val="1600"/>
              <a:buNone/>
              <a:defRPr sz="1600"/>
            </a:lvl6pPr>
            <a:lvl7pPr lvl="6" algn="ctr" rtl="1">
              <a:lnSpc>
                <a:spcPct val="90000"/>
              </a:lnSpc>
              <a:spcBef>
                <a:spcPts val="500"/>
              </a:spcBef>
              <a:spcAft>
                <a:spcPts val="0"/>
              </a:spcAft>
              <a:buClr>
                <a:schemeClr val="dk1"/>
              </a:buClr>
              <a:buSzPts val="1600"/>
              <a:buNone/>
              <a:defRPr sz="1600"/>
            </a:lvl7pPr>
            <a:lvl8pPr lvl="7" algn="ctr" rtl="1">
              <a:lnSpc>
                <a:spcPct val="90000"/>
              </a:lnSpc>
              <a:spcBef>
                <a:spcPts val="500"/>
              </a:spcBef>
              <a:spcAft>
                <a:spcPts val="0"/>
              </a:spcAft>
              <a:buClr>
                <a:schemeClr val="dk1"/>
              </a:buClr>
              <a:buSzPts val="1600"/>
              <a:buNone/>
              <a:defRPr sz="1600"/>
            </a:lvl8pPr>
            <a:lvl9pPr lvl="8" algn="ctr" rtl="1">
              <a:lnSpc>
                <a:spcPct val="90000"/>
              </a:lnSpc>
              <a:spcBef>
                <a:spcPts val="500"/>
              </a:spcBef>
              <a:spcAft>
                <a:spcPts val="0"/>
              </a:spcAft>
              <a:buClr>
                <a:schemeClr val="dk1"/>
              </a:buClr>
              <a:buSzPts val="1600"/>
              <a:buNone/>
              <a:defRPr sz="1600"/>
            </a:lvl9pPr>
          </a:lstStyle>
          <a:p>
            <a:endParaRPr/>
          </a:p>
        </p:txBody>
      </p:sp>
      <p:sp>
        <p:nvSpPr>
          <p:cNvPr id="14" name="Google Shape;14;p23"/>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15" name="Google Shape;1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16" name="Google Shape;16;p23"/>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عنوان ومحتوى" type="obj">
  <p:cSld name="OBJECT">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r"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20" name="Google Shape;20;p24"/>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21" name="Google Shape;2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22" name="Google Shape;22;p24"/>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عنوان المقطع" type="secHead">
  <p:cSld name="SECTION_HEADER">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r" rtl="1">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1000"/>
              </a:spcBef>
              <a:spcAft>
                <a:spcPts val="0"/>
              </a:spcAft>
              <a:buClr>
                <a:srgbClr val="888888"/>
              </a:buClr>
              <a:buSzPts val="2400"/>
              <a:buNone/>
              <a:defRPr sz="2400">
                <a:solidFill>
                  <a:srgbClr val="888888"/>
                </a:solidFill>
              </a:defRPr>
            </a:lvl1pPr>
            <a:lvl2pPr marL="914400" lvl="1" indent="-228600" algn="r" rtl="1">
              <a:lnSpc>
                <a:spcPct val="90000"/>
              </a:lnSpc>
              <a:spcBef>
                <a:spcPts val="500"/>
              </a:spcBef>
              <a:spcAft>
                <a:spcPts val="0"/>
              </a:spcAft>
              <a:buClr>
                <a:srgbClr val="888888"/>
              </a:buClr>
              <a:buSzPts val="2000"/>
              <a:buNone/>
              <a:defRPr sz="2000">
                <a:solidFill>
                  <a:srgbClr val="888888"/>
                </a:solidFill>
              </a:defRPr>
            </a:lvl2pPr>
            <a:lvl3pPr marL="1371600" lvl="2" indent="-228600" algn="r" rtl="1">
              <a:lnSpc>
                <a:spcPct val="90000"/>
              </a:lnSpc>
              <a:spcBef>
                <a:spcPts val="500"/>
              </a:spcBef>
              <a:spcAft>
                <a:spcPts val="0"/>
              </a:spcAft>
              <a:buClr>
                <a:srgbClr val="888888"/>
              </a:buClr>
              <a:buSzPts val="1800"/>
              <a:buNone/>
              <a:defRPr sz="1800">
                <a:solidFill>
                  <a:srgbClr val="888888"/>
                </a:solidFill>
              </a:defRPr>
            </a:lvl3pPr>
            <a:lvl4pPr marL="1828800" lvl="3" indent="-228600" algn="r" rtl="1">
              <a:lnSpc>
                <a:spcPct val="90000"/>
              </a:lnSpc>
              <a:spcBef>
                <a:spcPts val="500"/>
              </a:spcBef>
              <a:spcAft>
                <a:spcPts val="0"/>
              </a:spcAft>
              <a:buClr>
                <a:srgbClr val="888888"/>
              </a:buClr>
              <a:buSzPts val="1600"/>
              <a:buNone/>
              <a:defRPr sz="1600">
                <a:solidFill>
                  <a:srgbClr val="888888"/>
                </a:solidFill>
              </a:defRPr>
            </a:lvl4pPr>
            <a:lvl5pPr marL="2286000" lvl="4" indent="-228600" algn="r" rtl="1">
              <a:lnSpc>
                <a:spcPct val="90000"/>
              </a:lnSpc>
              <a:spcBef>
                <a:spcPts val="500"/>
              </a:spcBef>
              <a:spcAft>
                <a:spcPts val="0"/>
              </a:spcAft>
              <a:buClr>
                <a:srgbClr val="888888"/>
              </a:buClr>
              <a:buSzPts val="1600"/>
              <a:buNone/>
              <a:defRPr sz="1600">
                <a:solidFill>
                  <a:srgbClr val="888888"/>
                </a:solidFill>
              </a:defRPr>
            </a:lvl5pPr>
            <a:lvl6pPr marL="2743200" lvl="5" indent="-228600" algn="r" rtl="1">
              <a:lnSpc>
                <a:spcPct val="90000"/>
              </a:lnSpc>
              <a:spcBef>
                <a:spcPts val="500"/>
              </a:spcBef>
              <a:spcAft>
                <a:spcPts val="0"/>
              </a:spcAft>
              <a:buClr>
                <a:srgbClr val="888888"/>
              </a:buClr>
              <a:buSzPts val="1600"/>
              <a:buNone/>
              <a:defRPr sz="1600">
                <a:solidFill>
                  <a:srgbClr val="888888"/>
                </a:solidFill>
              </a:defRPr>
            </a:lvl6pPr>
            <a:lvl7pPr marL="3200400" lvl="6" indent="-228600" algn="r" rtl="1">
              <a:lnSpc>
                <a:spcPct val="90000"/>
              </a:lnSpc>
              <a:spcBef>
                <a:spcPts val="500"/>
              </a:spcBef>
              <a:spcAft>
                <a:spcPts val="0"/>
              </a:spcAft>
              <a:buClr>
                <a:srgbClr val="888888"/>
              </a:buClr>
              <a:buSzPts val="1600"/>
              <a:buNone/>
              <a:defRPr sz="1600">
                <a:solidFill>
                  <a:srgbClr val="888888"/>
                </a:solidFill>
              </a:defRPr>
            </a:lvl7pPr>
            <a:lvl8pPr marL="3657600" lvl="7" indent="-228600" algn="r" rtl="1">
              <a:lnSpc>
                <a:spcPct val="90000"/>
              </a:lnSpc>
              <a:spcBef>
                <a:spcPts val="500"/>
              </a:spcBef>
              <a:spcAft>
                <a:spcPts val="0"/>
              </a:spcAft>
              <a:buClr>
                <a:srgbClr val="888888"/>
              </a:buClr>
              <a:buSzPts val="1600"/>
              <a:buNone/>
              <a:defRPr sz="1600">
                <a:solidFill>
                  <a:srgbClr val="888888"/>
                </a:solidFill>
              </a:defRPr>
            </a:lvl8pPr>
            <a:lvl9pPr marL="4114800" lvl="8" indent="-228600" algn="r" rtl="1">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5"/>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27" name="Google Shape;2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28" name="Google Shape;28;p25"/>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محتويين" type="twoObj">
  <p:cSld name="TWO_OBJECTS">
    <p:spTree>
      <p:nvGrpSpPr>
        <p:cNvPr id="1" name="Shape 29"/>
        <p:cNvGrpSpPr/>
        <p:nvPr/>
      </p:nvGrpSpPr>
      <p:grpSpPr>
        <a:xfrm>
          <a:off x="0" y="0"/>
          <a:ext cx="0" cy="0"/>
          <a:chOff x="0" y="0"/>
          <a:chExt cx="0" cy="0"/>
        </a:xfrm>
      </p:grpSpPr>
      <p:sp>
        <p:nvSpPr>
          <p:cNvPr id="30" name="Google Shape;3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r"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32" name="Google Shape;32;p2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33" name="Google Shape;33;p26"/>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مقارنة" type="twoTxTwoObj">
  <p:cSld name="TWO_OBJECTS_WITH_TEXT">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r"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39" name="Google Shape;39;p2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41" name="Google Shape;41;p2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2" name="Google Shape;42;p27"/>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43" name="Google Shape;4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44" name="Google Shape;44;p27"/>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عنوان فقط" type="titleOnly">
  <p:cSld name="TITLE_ONLY">
    <p:spTree>
      <p:nvGrpSpPr>
        <p:cNvPr id="1" name="Shape 45"/>
        <p:cNvGrpSpPr/>
        <p:nvPr/>
      </p:nvGrpSpPr>
      <p:grpSpPr>
        <a:xfrm>
          <a:off x="0" y="0"/>
          <a:ext cx="0" cy="0"/>
          <a:chOff x="0" y="0"/>
          <a:chExt cx="0" cy="0"/>
        </a:xfrm>
      </p:grpSpPr>
      <p:sp>
        <p:nvSpPr>
          <p:cNvPr id="46" name="Google Shape;4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r"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8"/>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48" name="Google Shape;4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49" name="Google Shape;49;p28"/>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فارغ" type="blank">
  <p:cSld name="BLANK">
    <p:spTree>
      <p:nvGrpSpPr>
        <p:cNvPr id="1" name="Shape 50"/>
        <p:cNvGrpSpPr/>
        <p:nvPr/>
      </p:nvGrpSpPr>
      <p:grpSpPr>
        <a:xfrm>
          <a:off x="0" y="0"/>
          <a:ext cx="0" cy="0"/>
          <a:chOff x="0" y="0"/>
          <a:chExt cx="0" cy="0"/>
        </a:xfrm>
      </p:grpSpPr>
      <p:sp>
        <p:nvSpPr>
          <p:cNvPr id="51" name="Google Shape;51;p29"/>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محتوى ذو تسمية توضيحية" type="objTx">
  <p:cSld name="OBJECT_WITH_CAPTION_TEXT">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r" rtl="1">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r" rtl="1">
              <a:lnSpc>
                <a:spcPct val="90000"/>
              </a:lnSpc>
              <a:spcBef>
                <a:spcPts val="1000"/>
              </a:spcBef>
              <a:spcAft>
                <a:spcPts val="0"/>
              </a:spcAft>
              <a:buClr>
                <a:schemeClr val="dk1"/>
              </a:buClr>
              <a:buSzPts val="3200"/>
              <a:buChar char="•"/>
              <a:defRPr sz="3200"/>
            </a:lvl1pPr>
            <a:lvl2pPr marL="914400" lvl="1" indent="-406400" algn="r" rtl="1">
              <a:lnSpc>
                <a:spcPct val="90000"/>
              </a:lnSpc>
              <a:spcBef>
                <a:spcPts val="500"/>
              </a:spcBef>
              <a:spcAft>
                <a:spcPts val="0"/>
              </a:spcAft>
              <a:buClr>
                <a:schemeClr val="dk1"/>
              </a:buClr>
              <a:buSzPts val="2800"/>
              <a:buChar char="•"/>
              <a:defRPr sz="2800"/>
            </a:lvl2pPr>
            <a:lvl3pPr marL="1371600" lvl="2" indent="-381000" algn="r" rtl="1">
              <a:lnSpc>
                <a:spcPct val="90000"/>
              </a:lnSpc>
              <a:spcBef>
                <a:spcPts val="500"/>
              </a:spcBef>
              <a:spcAft>
                <a:spcPts val="0"/>
              </a:spcAft>
              <a:buClr>
                <a:schemeClr val="dk1"/>
              </a:buClr>
              <a:buSzPts val="2400"/>
              <a:buChar char="•"/>
              <a:defRPr sz="2400"/>
            </a:lvl3pPr>
            <a:lvl4pPr marL="1828800" lvl="3" indent="-355600" algn="r" rtl="1">
              <a:lnSpc>
                <a:spcPct val="90000"/>
              </a:lnSpc>
              <a:spcBef>
                <a:spcPts val="500"/>
              </a:spcBef>
              <a:spcAft>
                <a:spcPts val="0"/>
              </a:spcAft>
              <a:buClr>
                <a:schemeClr val="dk1"/>
              </a:buClr>
              <a:buSzPts val="2000"/>
              <a:buChar char="•"/>
              <a:defRPr sz="2000"/>
            </a:lvl4pPr>
            <a:lvl5pPr marL="2286000" lvl="4" indent="-355600" algn="r" rtl="1">
              <a:lnSpc>
                <a:spcPct val="90000"/>
              </a:lnSpc>
              <a:spcBef>
                <a:spcPts val="500"/>
              </a:spcBef>
              <a:spcAft>
                <a:spcPts val="0"/>
              </a:spcAft>
              <a:buClr>
                <a:schemeClr val="dk1"/>
              </a:buClr>
              <a:buSzPts val="2000"/>
              <a:buChar char="•"/>
              <a:defRPr sz="2000"/>
            </a:lvl5pPr>
            <a:lvl6pPr marL="2743200" lvl="5" indent="-355600" algn="r" rtl="1">
              <a:lnSpc>
                <a:spcPct val="90000"/>
              </a:lnSpc>
              <a:spcBef>
                <a:spcPts val="500"/>
              </a:spcBef>
              <a:spcAft>
                <a:spcPts val="0"/>
              </a:spcAft>
              <a:buClr>
                <a:schemeClr val="dk1"/>
              </a:buClr>
              <a:buSzPts val="2000"/>
              <a:buChar char="•"/>
              <a:defRPr sz="2000"/>
            </a:lvl6pPr>
            <a:lvl7pPr marL="3200400" lvl="6" indent="-355600" algn="r" rtl="1">
              <a:lnSpc>
                <a:spcPct val="90000"/>
              </a:lnSpc>
              <a:spcBef>
                <a:spcPts val="500"/>
              </a:spcBef>
              <a:spcAft>
                <a:spcPts val="0"/>
              </a:spcAft>
              <a:buClr>
                <a:schemeClr val="dk1"/>
              </a:buClr>
              <a:buSzPts val="2000"/>
              <a:buChar char="•"/>
              <a:defRPr sz="2000"/>
            </a:lvl7pPr>
            <a:lvl8pPr marL="3657600" lvl="7" indent="-355600" algn="r" rtl="1">
              <a:lnSpc>
                <a:spcPct val="90000"/>
              </a:lnSpc>
              <a:spcBef>
                <a:spcPts val="500"/>
              </a:spcBef>
              <a:spcAft>
                <a:spcPts val="0"/>
              </a:spcAft>
              <a:buClr>
                <a:schemeClr val="dk1"/>
              </a:buClr>
              <a:buSzPts val="2000"/>
              <a:buChar char="•"/>
              <a:defRPr sz="2000"/>
            </a:lvl8pPr>
            <a:lvl9pPr marL="4114800" lvl="8" indent="-355600" algn="r" rtl="1">
              <a:lnSpc>
                <a:spcPct val="90000"/>
              </a:lnSpc>
              <a:spcBef>
                <a:spcPts val="500"/>
              </a:spcBef>
              <a:spcAft>
                <a:spcPts val="0"/>
              </a:spcAft>
              <a:buClr>
                <a:schemeClr val="dk1"/>
              </a:buClr>
              <a:buSzPts val="2000"/>
              <a:buChar char="•"/>
              <a:defRPr sz="2000"/>
            </a:lvl9pPr>
          </a:lstStyle>
          <a:p>
            <a:endParaRPr/>
          </a:p>
        </p:txBody>
      </p:sp>
      <p:sp>
        <p:nvSpPr>
          <p:cNvPr id="57" name="Google Shape;57;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58" name="Google Shape;58;p30"/>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صورة مع تسمية توضيحية" type="picTx">
  <p:cSld name="PICTURE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r" rtl="1">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a:spLocks noGrp="1"/>
          </p:cNvSpPr>
          <p:nvPr>
            <p:ph type="pic" idx="2"/>
          </p:nvPr>
        </p:nvSpPr>
        <p:spPr>
          <a:xfrm>
            <a:off x="5183188" y="987425"/>
            <a:ext cx="6172200" cy="4873625"/>
          </a:xfrm>
          <a:prstGeom prst="rect">
            <a:avLst/>
          </a:prstGeom>
          <a:noFill/>
          <a:ln>
            <a:noFill/>
          </a:ln>
        </p:spPr>
      </p:sp>
      <p:sp>
        <p:nvSpPr>
          <p:cNvPr id="64" name="Google Shape;64;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5" name="Google Shape;65;p3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عنوان ونص عمودي" type="vertTx">
  <p:cSld name="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r"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عنوان ونص عموديان" type="vertTitleAndTx">
  <p:cSld name="VERTICAL_TITLE_AND_VERTICAL_TEXT">
    <p:spTree>
      <p:nvGrpSpPr>
        <p:cNvPr id="1" name="Shape 74"/>
        <p:cNvGrpSpPr/>
        <p:nvPr/>
      </p:nvGrpSpPr>
      <p:grpSpPr>
        <a:xfrm>
          <a:off x="0" y="0"/>
          <a:ext cx="0" cy="0"/>
          <a:chOff x="0" y="0"/>
          <a:chExt cx="0" cy="0"/>
        </a:xfrm>
      </p:grpSpPr>
      <p:sp>
        <p:nvSpPr>
          <p:cNvPr id="75" name="Google Shape;75;p3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r"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77" name="Google Shape;77;p33"/>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l"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78" name="Google Shape;7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spcBef>
                <a:spcPts val="0"/>
              </a:spcBef>
              <a:spcAft>
                <a:spcPts val="0"/>
              </a:spcAft>
              <a:buSzPts val="1400"/>
              <a:buNone/>
              <a:defRPr/>
            </a:lvl1pPr>
            <a:lvl2pPr lvl="1" algn="r" rtl="1">
              <a:spcBef>
                <a:spcPts val="0"/>
              </a:spcBef>
              <a:spcAft>
                <a:spcPts val="0"/>
              </a:spcAft>
              <a:buSzPts val="1400"/>
              <a:buNone/>
              <a:defRPr/>
            </a:lvl2pPr>
            <a:lvl3pPr lvl="2" algn="r" rtl="1">
              <a:spcBef>
                <a:spcPts val="0"/>
              </a:spcBef>
              <a:spcAft>
                <a:spcPts val="0"/>
              </a:spcAft>
              <a:buSzPts val="1400"/>
              <a:buNone/>
              <a:defRPr/>
            </a:lvl3pPr>
            <a:lvl4pPr lvl="3" algn="r" rtl="1">
              <a:spcBef>
                <a:spcPts val="0"/>
              </a:spcBef>
              <a:spcAft>
                <a:spcPts val="0"/>
              </a:spcAft>
              <a:buSzPts val="1400"/>
              <a:buNone/>
              <a:defRPr/>
            </a:lvl4pPr>
            <a:lvl5pPr lvl="4" algn="r" rtl="1">
              <a:spcBef>
                <a:spcPts val="0"/>
              </a:spcBef>
              <a:spcAft>
                <a:spcPts val="0"/>
              </a:spcAft>
              <a:buSzPts val="1400"/>
              <a:buNone/>
              <a:defRPr/>
            </a:lvl5pPr>
            <a:lvl6pPr lvl="5" algn="r" rtl="1">
              <a:spcBef>
                <a:spcPts val="0"/>
              </a:spcBef>
              <a:spcAft>
                <a:spcPts val="0"/>
              </a:spcAft>
              <a:buSzPts val="1400"/>
              <a:buNone/>
              <a:defRPr/>
            </a:lvl6pPr>
            <a:lvl7pPr lvl="6" algn="r" rtl="1">
              <a:spcBef>
                <a:spcPts val="0"/>
              </a:spcBef>
              <a:spcAft>
                <a:spcPts val="0"/>
              </a:spcAft>
              <a:buSzPts val="1400"/>
              <a:buNone/>
              <a:defRPr/>
            </a:lvl7pPr>
            <a:lvl8pPr lvl="7" algn="r" rtl="1">
              <a:spcBef>
                <a:spcPts val="0"/>
              </a:spcBef>
              <a:spcAft>
                <a:spcPts val="0"/>
              </a:spcAft>
              <a:buSzPts val="1400"/>
              <a:buNone/>
              <a:defRPr/>
            </a:lvl8pPr>
            <a:lvl9pPr lvl="8" algn="r" rtl="1">
              <a:spcBef>
                <a:spcPts val="0"/>
              </a:spcBef>
              <a:spcAft>
                <a:spcPts val="0"/>
              </a:spcAft>
              <a:buSzPts val="1400"/>
              <a:buNone/>
              <a:defRPr/>
            </a:lvl9pPr>
          </a:lstStyle>
          <a:p>
            <a:endParaRPr/>
          </a:p>
        </p:txBody>
      </p:sp>
      <p:sp>
        <p:nvSpPr>
          <p:cNvPr id="79" name="Google Shape;79;p33"/>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lvl="0" indent="0" algn="r" rtl="1">
              <a:spcBef>
                <a:spcPts val="0"/>
              </a:spcBef>
              <a:buNone/>
              <a:defRPr/>
            </a:lvl1pPr>
            <a:lvl2pPr marL="0" lvl="1" indent="0" algn="r" rtl="1">
              <a:spcBef>
                <a:spcPts val="0"/>
              </a:spcBef>
              <a:buNone/>
              <a:defRPr/>
            </a:lvl2pPr>
            <a:lvl3pPr marL="0" lvl="2" indent="0" algn="r" rtl="1">
              <a:spcBef>
                <a:spcPts val="0"/>
              </a:spcBef>
              <a:buNone/>
              <a:defRPr/>
            </a:lvl3pPr>
            <a:lvl4pPr marL="0" lvl="3" indent="0" algn="r" rtl="1">
              <a:spcBef>
                <a:spcPts val="0"/>
              </a:spcBef>
              <a:buNone/>
              <a:defRPr/>
            </a:lvl4pPr>
            <a:lvl5pPr marL="0" lvl="4" indent="0" algn="r" rtl="1">
              <a:spcBef>
                <a:spcPts val="0"/>
              </a:spcBef>
              <a:buNone/>
              <a:defRPr/>
            </a:lvl5pPr>
            <a:lvl6pPr marL="0" lvl="5" indent="0" algn="r" rtl="1">
              <a:spcBef>
                <a:spcPts val="0"/>
              </a:spcBef>
              <a:buNone/>
              <a:defRPr/>
            </a:lvl6pPr>
            <a:lvl7pPr marL="0" lvl="6" indent="0" algn="r" rtl="1">
              <a:spcBef>
                <a:spcPts val="0"/>
              </a:spcBef>
              <a:buNone/>
              <a:defRPr/>
            </a:lvl7pPr>
            <a:lvl8pPr marL="0" lvl="7" indent="0" algn="r" rtl="1">
              <a:spcBef>
                <a:spcPts val="0"/>
              </a:spcBef>
              <a:buNone/>
              <a:defRPr/>
            </a:lvl8pPr>
            <a:lvl9pPr marL="0" lvl="8" indent="0" algn="r" rtl="1">
              <a:spcBef>
                <a:spcPts val="0"/>
              </a:spcBef>
              <a:buNone/>
              <a:defRPr/>
            </a:lvl9pPr>
          </a:lstStyle>
          <a:p>
            <a:pPr marL="0" lvl="0" indent="0" algn="r" rtl="1">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r" rtl="1">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r" rtl="1">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r" rtl="1">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r" rtl="1">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R="0" lvl="0" algn="l" rtl="1">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1">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r" rtl="1">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1">
              <a:spcBef>
                <a:spcPts val="0"/>
              </a:spcBef>
              <a:buNone/>
              <a:defRPr sz="1200" b="0" i="0" u="none" strike="noStrike" cap="none">
                <a:solidFill>
                  <a:srgbClr val="888888"/>
                </a:solidFill>
                <a:latin typeface="Calibri"/>
                <a:ea typeface="Calibri"/>
                <a:cs typeface="Calibri"/>
                <a:sym typeface="Calibri"/>
              </a:defRPr>
            </a:lvl1pPr>
            <a:lvl2pPr marL="0" marR="0" lvl="1" indent="0" algn="r" rtl="1">
              <a:spcBef>
                <a:spcPts val="0"/>
              </a:spcBef>
              <a:buNone/>
              <a:defRPr sz="1200" b="0" i="0" u="none" strike="noStrike" cap="none">
                <a:solidFill>
                  <a:srgbClr val="888888"/>
                </a:solidFill>
                <a:latin typeface="Calibri"/>
                <a:ea typeface="Calibri"/>
                <a:cs typeface="Calibri"/>
                <a:sym typeface="Calibri"/>
              </a:defRPr>
            </a:lvl2pPr>
            <a:lvl3pPr marL="0" marR="0" lvl="2" indent="0" algn="r" rtl="1">
              <a:spcBef>
                <a:spcPts val="0"/>
              </a:spcBef>
              <a:buNone/>
              <a:defRPr sz="1200" b="0" i="0" u="none" strike="noStrike" cap="none">
                <a:solidFill>
                  <a:srgbClr val="888888"/>
                </a:solidFill>
                <a:latin typeface="Calibri"/>
                <a:ea typeface="Calibri"/>
                <a:cs typeface="Calibri"/>
                <a:sym typeface="Calibri"/>
              </a:defRPr>
            </a:lvl3pPr>
            <a:lvl4pPr marL="0" marR="0" lvl="3" indent="0" algn="r" rtl="1">
              <a:spcBef>
                <a:spcPts val="0"/>
              </a:spcBef>
              <a:buNone/>
              <a:defRPr sz="1200" b="0" i="0" u="none" strike="noStrike" cap="none">
                <a:solidFill>
                  <a:srgbClr val="888888"/>
                </a:solidFill>
                <a:latin typeface="Calibri"/>
                <a:ea typeface="Calibri"/>
                <a:cs typeface="Calibri"/>
                <a:sym typeface="Calibri"/>
              </a:defRPr>
            </a:lvl4pPr>
            <a:lvl5pPr marL="0" marR="0" lvl="4" indent="0" algn="r" rtl="1">
              <a:spcBef>
                <a:spcPts val="0"/>
              </a:spcBef>
              <a:buNone/>
              <a:defRPr sz="1200" b="0" i="0" u="none" strike="noStrike" cap="none">
                <a:solidFill>
                  <a:srgbClr val="888888"/>
                </a:solidFill>
                <a:latin typeface="Calibri"/>
                <a:ea typeface="Calibri"/>
                <a:cs typeface="Calibri"/>
                <a:sym typeface="Calibri"/>
              </a:defRPr>
            </a:lvl5pPr>
            <a:lvl6pPr marL="0" marR="0" lvl="5" indent="0" algn="r" rtl="1">
              <a:spcBef>
                <a:spcPts val="0"/>
              </a:spcBef>
              <a:buNone/>
              <a:defRPr sz="1200" b="0" i="0" u="none" strike="noStrike" cap="none">
                <a:solidFill>
                  <a:srgbClr val="888888"/>
                </a:solidFill>
                <a:latin typeface="Calibri"/>
                <a:ea typeface="Calibri"/>
                <a:cs typeface="Calibri"/>
                <a:sym typeface="Calibri"/>
              </a:defRPr>
            </a:lvl6pPr>
            <a:lvl7pPr marL="0" marR="0" lvl="6" indent="0" algn="r" rtl="1">
              <a:spcBef>
                <a:spcPts val="0"/>
              </a:spcBef>
              <a:buNone/>
              <a:defRPr sz="1200" b="0" i="0" u="none" strike="noStrike" cap="none">
                <a:solidFill>
                  <a:srgbClr val="888888"/>
                </a:solidFill>
                <a:latin typeface="Calibri"/>
                <a:ea typeface="Calibri"/>
                <a:cs typeface="Calibri"/>
                <a:sym typeface="Calibri"/>
              </a:defRPr>
            </a:lvl7pPr>
            <a:lvl8pPr marL="0" marR="0" lvl="7" indent="0" algn="r" rtl="1">
              <a:spcBef>
                <a:spcPts val="0"/>
              </a:spcBef>
              <a:buNone/>
              <a:defRPr sz="1200" b="0" i="0" u="none" strike="noStrike" cap="none">
                <a:solidFill>
                  <a:srgbClr val="888888"/>
                </a:solidFill>
                <a:latin typeface="Calibri"/>
                <a:ea typeface="Calibri"/>
                <a:cs typeface="Calibri"/>
                <a:sym typeface="Calibri"/>
              </a:defRPr>
            </a:lvl8pPr>
            <a:lvl9pPr marL="0" marR="0" lvl="8" indent="0" algn="r" rtl="1">
              <a:spcBef>
                <a:spcPts val="0"/>
              </a:spcBef>
              <a:buNone/>
              <a:defRPr sz="1200" b="0" i="0" u="none" strike="noStrike" cap="none">
                <a:solidFill>
                  <a:srgbClr val="888888"/>
                </a:solidFill>
                <a:latin typeface="Calibri"/>
                <a:ea typeface="Calibri"/>
                <a:cs typeface="Calibri"/>
                <a:sym typeface="Calibri"/>
              </a:defRPr>
            </a:lvl9pPr>
          </a:lstStyle>
          <a:p>
            <a:pPr marL="0" lvl="0" indent="0" algn="r" rtl="1">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oleObject" Target="../embeddings/oleObject1.bin"/><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6" Type="http://schemas.openxmlformats.org/officeDocument/2006/relationships/image" Target="../media/image15.png"/><Relationship Id="rId21" Type="http://schemas.openxmlformats.org/officeDocument/2006/relationships/customXml" Target="../ink/ink9.xml"/><Relationship Id="rId42" Type="http://schemas.openxmlformats.org/officeDocument/2006/relationships/image" Target="../media/image23.png"/><Relationship Id="rId47" Type="http://schemas.openxmlformats.org/officeDocument/2006/relationships/customXml" Target="../ink/ink22.xml"/><Relationship Id="rId63" Type="http://schemas.openxmlformats.org/officeDocument/2006/relationships/customXml" Target="../ink/ink30.xml"/><Relationship Id="rId68" Type="http://schemas.openxmlformats.org/officeDocument/2006/relationships/image" Target="../media/image36.png"/><Relationship Id="rId84" Type="http://schemas.openxmlformats.org/officeDocument/2006/relationships/image" Target="../media/image44.png"/><Relationship Id="rId89" Type="http://schemas.openxmlformats.org/officeDocument/2006/relationships/customXml" Target="../ink/ink43.xml"/><Relationship Id="rId16" Type="http://schemas.openxmlformats.org/officeDocument/2006/relationships/image" Target="../media/image10.png"/><Relationship Id="rId11" Type="http://schemas.openxmlformats.org/officeDocument/2006/relationships/customXml" Target="../ink/ink4.xml"/><Relationship Id="rId32" Type="http://schemas.openxmlformats.org/officeDocument/2006/relationships/image" Target="../media/image18.png"/><Relationship Id="rId37" Type="http://schemas.openxmlformats.org/officeDocument/2006/relationships/customXml" Target="../ink/ink17.xml"/><Relationship Id="rId53" Type="http://schemas.openxmlformats.org/officeDocument/2006/relationships/customXml" Target="../ink/ink25.xml"/><Relationship Id="rId58" Type="http://schemas.openxmlformats.org/officeDocument/2006/relationships/image" Target="../media/image31.png"/><Relationship Id="rId74" Type="http://schemas.openxmlformats.org/officeDocument/2006/relationships/image" Target="../media/image39.png"/><Relationship Id="rId79" Type="http://schemas.openxmlformats.org/officeDocument/2006/relationships/customXml" Target="../ink/ink38.xml"/><Relationship Id="rId5" Type="http://schemas.openxmlformats.org/officeDocument/2006/relationships/customXml" Target="../ink/ink1.xml"/><Relationship Id="rId90" Type="http://schemas.openxmlformats.org/officeDocument/2006/relationships/image" Target="../media/image47.png"/><Relationship Id="rId95" Type="http://schemas.openxmlformats.org/officeDocument/2006/relationships/customXml" Target="../ink/ink46.xml"/><Relationship Id="rId22" Type="http://schemas.openxmlformats.org/officeDocument/2006/relationships/image" Target="../media/image13.png"/><Relationship Id="rId27" Type="http://schemas.openxmlformats.org/officeDocument/2006/relationships/customXml" Target="../ink/ink12.xml"/><Relationship Id="rId43" Type="http://schemas.openxmlformats.org/officeDocument/2006/relationships/customXml" Target="../ink/ink20.xml"/><Relationship Id="rId48" Type="http://schemas.openxmlformats.org/officeDocument/2006/relationships/image" Target="../media/image26.png"/><Relationship Id="rId64" Type="http://schemas.openxmlformats.org/officeDocument/2006/relationships/image" Target="../media/image34.png"/><Relationship Id="rId69" Type="http://schemas.openxmlformats.org/officeDocument/2006/relationships/customXml" Target="../ink/ink33.xml"/><Relationship Id="rId80" Type="http://schemas.openxmlformats.org/officeDocument/2006/relationships/image" Target="../media/image42.png"/><Relationship Id="rId85" Type="http://schemas.openxmlformats.org/officeDocument/2006/relationships/customXml" Target="../ink/ink41.xml"/><Relationship Id="rId3"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1.png"/><Relationship Id="rId46" Type="http://schemas.openxmlformats.org/officeDocument/2006/relationships/image" Target="../media/image25.png"/><Relationship Id="rId59" Type="http://schemas.openxmlformats.org/officeDocument/2006/relationships/customXml" Target="../ink/ink28.xml"/><Relationship Id="rId67" Type="http://schemas.openxmlformats.org/officeDocument/2006/relationships/customXml" Target="../ink/ink32.xml"/><Relationship Id="rId20" Type="http://schemas.openxmlformats.org/officeDocument/2006/relationships/image" Target="../media/image12.png"/><Relationship Id="rId41" Type="http://schemas.openxmlformats.org/officeDocument/2006/relationships/customXml" Target="../ink/ink19.xml"/><Relationship Id="rId54" Type="http://schemas.openxmlformats.org/officeDocument/2006/relationships/image" Target="../media/image29.png"/><Relationship Id="rId62" Type="http://schemas.openxmlformats.org/officeDocument/2006/relationships/image" Target="../media/image33.png"/><Relationship Id="rId70" Type="http://schemas.openxmlformats.org/officeDocument/2006/relationships/image" Target="../media/image37.png"/><Relationship Id="rId75" Type="http://schemas.openxmlformats.org/officeDocument/2006/relationships/customXml" Target="../ink/ink36.xml"/><Relationship Id="rId83" Type="http://schemas.openxmlformats.org/officeDocument/2006/relationships/customXml" Target="../ink/ink40.xml"/><Relationship Id="rId88" Type="http://schemas.openxmlformats.org/officeDocument/2006/relationships/image" Target="../media/image46.png"/><Relationship Id="rId91" Type="http://schemas.openxmlformats.org/officeDocument/2006/relationships/customXml" Target="../ink/ink44.xml"/><Relationship Id="rId96"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5.png"/><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6.png"/><Relationship Id="rId36" Type="http://schemas.openxmlformats.org/officeDocument/2006/relationships/image" Target="../media/image20.png"/><Relationship Id="rId49" Type="http://schemas.openxmlformats.org/officeDocument/2006/relationships/customXml" Target="../ink/ink23.xml"/><Relationship Id="rId57" Type="http://schemas.openxmlformats.org/officeDocument/2006/relationships/customXml" Target="../ink/ink27.xml"/><Relationship Id="rId10" Type="http://schemas.openxmlformats.org/officeDocument/2006/relationships/image" Target="../media/image7.png"/><Relationship Id="rId31" Type="http://schemas.openxmlformats.org/officeDocument/2006/relationships/customXml" Target="../ink/ink14.xml"/><Relationship Id="rId44" Type="http://schemas.openxmlformats.org/officeDocument/2006/relationships/image" Target="../media/image24.png"/><Relationship Id="rId52" Type="http://schemas.openxmlformats.org/officeDocument/2006/relationships/image" Target="../media/image28.png"/><Relationship Id="rId60" Type="http://schemas.openxmlformats.org/officeDocument/2006/relationships/image" Target="../media/image32.png"/><Relationship Id="rId65" Type="http://schemas.openxmlformats.org/officeDocument/2006/relationships/customXml" Target="../ink/ink31.xml"/><Relationship Id="rId73" Type="http://schemas.openxmlformats.org/officeDocument/2006/relationships/customXml" Target="../ink/ink35.xml"/><Relationship Id="rId78" Type="http://schemas.openxmlformats.org/officeDocument/2006/relationships/image" Target="../media/image41.png"/><Relationship Id="rId81" Type="http://schemas.openxmlformats.org/officeDocument/2006/relationships/customXml" Target="../ink/ink39.xml"/><Relationship Id="rId86" Type="http://schemas.openxmlformats.org/officeDocument/2006/relationships/image" Target="../media/image45.png"/><Relationship Id="rId94" Type="http://schemas.openxmlformats.org/officeDocument/2006/relationships/image" Target="../media/image49.png"/><Relationship Id="rId4" Type="http://schemas.openxmlformats.org/officeDocument/2006/relationships/image" Target="../media/image2.png"/><Relationship Id="rId9" Type="http://schemas.openxmlformats.org/officeDocument/2006/relationships/customXml" Target="../ink/ink3.xml"/><Relationship Id="rId13" Type="http://schemas.openxmlformats.org/officeDocument/2006/relationships/customXml" Target="../ink/ink5.xml"/><Relationship Id="rId18" Type="http://schemas.openxmlformats.org/officeDocument/2006/relationships/image" Target="../media/image11.png"/><Relationship Id="rId39" Type="http://schemas.openxmlformats.org/officeDocument/2006/relationships/customXml" Target="../ink/ink18.xml"/><Relationship Id="rId34" Type="http://schemas.openxmlformats.org/officeDocument/2006/relationships/image" Target="../media/image19.png"/><Relationship Id="rId50" Type="http://schemas.openxmlformats.org/officeDocument/2006/relationships/image" Target="../media/image27.png"/><Relationship Id="rId55" Type="http://schemas.openxmlformats.org/officeDocument/2006/relationships/customXml" Target="../ink/ink26.xml"/><Relationship Id="rId76" Type="http://schemas.openxmlformats.org/officeDocument/2006/relationships/image" Target="../media/image40.png"/><Relationship Id="rId97" Type="http://schemas.openxmlformats.org/officeDocument/2006/relationships/customXml" Target="../ink/ink47.xml"/><Relationship Id="rId7" Type="http://schemas.openxmlformats.org/officeDocument/2006/relationships/customXml" Target="../ink/ink2.xml"/><Relationship Id="rId71" Type="http://schemas.openxmlformats.org/officeDocument/2006/relationships/customXml" Target="../ink/ink34.xml"/><Relationship Id="rId92" Type="http://schemas.openxmlformats.org/officeDocument/2006/relationships/image" Target="../media/image48.png"/><Relationship Id="rId2" Type="http://schemas.openxmlformats.org/officeDocument/2006/relationships/notesSlide" Target="../notesSlides/notesSlide19.xml"/><Relationship Id="rId29" Type="http://schemas.openxmlformats.org/officeDocument/2006/relationships/customXml" Target="../ink/ink13.xml"/><Relationship Id="rId24" Type="http://schemas.openxmlformats.org/officeDocument/2006/relationships/image" Target="../media/image14.png"/><Relationship Id="rId40" Type="http://schemas.openxmlformats.org/officeDocument/2006/relationships/image" Target="../media/image22.png"/><Relationship Id="rId45" Type="http://schemas.openxmlformats.org/officeDocument/2006/relationships/customXml" Target="../ink/ink21.xml"/><Relationship Id="rId66" Type="http://schemas.openxmlformats.org/officeDocument/2006/relationships/image" Target="../media/image35.png"/><Relationship Id="rId87" Type="http://schemas.openxmlformats.org/officeDocument/2006/relationships/customXml" Target="../ink/ink42.xml"/><Relationship Id="rId61" Type="http://schemas.openxmlformats.org/officeDocument/2006/relationships/customXml" Target="../ink/ink29.xml"/><Relationship Id="rId82" Type="http://schemas.openxmlformats.org/officeDocument/2006/relationships/image" Target="../media/image43.png"/><Relationship Id="rId19" Type="http://schemas.openxmlformats.org/officeDocument/2006/relationships/customXml" Target="../ink/ink8.xml"/><Relationship Id="rId14" Type="http://schemas.openxmlformats.org/officeDocument/2006/relationships/image" Target="../media/image9.png"/><Relationship Id="rId30" Type="http://schemas.openxmlformats.org/officeDocument/2006/relationships/image" Target="../media/image17.png"/><Relationship Id="rId35" Type="http://schemas.openxmlformats.org/officeDocument/2006/relationships/customXml" Target="../ink/ink16.xml"/><Relationship Id="rId56" Type="http://schemas.openxmlformats.org/officeDocument/2006/relationships/image" Target="../media/image30.png"/><Relationship Id="rId77" Type="http://schemas.openxmlformats.org/officeDocument/2006/relationships/customXml" Target="../ink/ink37.xml"/><Relationship Id="rId8" Type="http://schemas.openxmlformats.org/officeDocument/2006/relationships/image" Target="../media/image6.png"/><Relationship Id="rId51" Type="http://schemas.openxmlformats.org/officeDocument/2006/relationships/customXml" Target="../ink/ink24.xml"/><Relationship Id="rId72" Type="http://schemas.openxmlformats.org/officeDocument/2006/relationships/image" Target="../media/image38.png"/><Relationship Id="rId93" Type="http://schemas.openxmlformats.org/officeDocument/2006/relationships/customXml" Target="../ink/ink45.xml"/><Relationship Id="rId98" Type="http://schemas.openxmlformats.org/officeDocument/2006/relationships/image" Target="../media/image51.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2.jpg"/><Relationship Id="rId7" Type="http://schemas.openxmlformats.org/officeDocument/2006/relationships/customXml" Target="../ink/ink48.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oleObject" Target="../embeddings/oleObject2.bin"/><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955343" y="1254432"/>
            <a:ext cx="10304060" cy="26161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1" u="none" strike="noStrike" cap="none">
                <a:solidFill>
                  <a:srgbClr val="1E4E79"/>
                </a:solidFill>
                <a:latin typeface="Georgia"/>
                <a:ea typeface="Georgia"/>
                <a:cs typeface="Georgia"/>
                <a:sym typeface="Georgia"/>
              </a:rPr>
              <a:t>Semester 443  -  2023, 1444 </a:t>
            </a:r>
            <a:br>
              <a:rPr lang="en-US" sz="2000" b="1" i="1" u="none" strike="noStrike" cap="none">
                <a:solidFill>
                  <a:srgbClr val="1E4E79"/>
                </a:solidFill>
                <a:latin typeface="Georgia"/>
                <a:ea typeface="Georgia"/>
                <a:cs typeface="Georgia"/>
                <a:sym typeface="Georgia"/>
              </a:rPr>
            </a:br>
            <a:br>
              <a:rPr lang="en-US" sz="2000" b="1" i="1" u="none" strike="noStrike" cap="none">
                <a:solidFill>
                  <a:srgbClr val="1E4E79"/>
                </a:solidFill>
                <a:latin typeface="Georgia"/>
                <a:ea typeface="Georgia"/>
                <a:cs typeface="Georgia"/>
                <a:sym typeface="Georgia"/>
              </a:rPr>
            </a:br>
            <a:br>
              <a:rPr lang="en-US" sz="2000" b="1" i="0" u="none" strike="noStrike" cap="none">
                <a:solidFill>
                  <a:srgbClr val="1E4E79"/>
                </a:solidFill>
                <a:latin typeface="Georgia"/>
                <a:ea typeface="Georgia"/>
                <a:cs typeface="Georgia"/>
                <a:sym typeface="Georgia"/>
              </a:rPr>
            </a:br>
            <a:r>
              <a:rPr lang="en-US" sz="2800" b="1" i="0" u="none" strike="noStrike" cap="none">
                <a:solidFill>
                  <a:srgbClr val="006666"/>
                </a:solidFill>
                <a:latin typeface="Georgia"/>
                <a:ea typeface="Georgia"/>
                <a:cs typeface="Georgia"/>
                <a:sym typeface="Georgia"/>
              </a:rPr>
              <a:t>Course CS315 Algorithms Analysis and Design</a:t>
            </a:r>
            <a:endParaRPr/>
          </a:p>
          <a:p>
            <a:pPr marL="0" marR="0" lvl="0" indent="0" algn="ctr" rtl="0">
              <a:spcBef>
                <a:spcPts val="0"/>
              </a:spcBef>
              <a:spcAft>
                <a:spcPts val="0"/>
              </a:spcAft>
              <a:buNone/>
            </a:pPr>
            <a:endParaRPr sz="2800" b="1" i="0" u="none" strike="noStrike" cap="none">
              <a:solidFill>
                <a:srgbClr val="006666"/>
              </a:solidFill>
              <a:latin typeface="Georgia"/>
              <a:ea typeface="Georgia"/>
              <a:cs typeface="Georgia"/>
              <a:sym typeface="Georgia"/>
            </a:endParaRPr>
          </a:p>
          <a:p>
            <a:pPr marL="0" marR="0" lvl="0" indent="0" algn="ctr" rtl="0">
              <a:spcBef>
                <a:spcPts val="0"/>
              </a:spcBef>
              <a:spcAft>
                <a:spcPts val="0"/>
              </a:spcAft>
              <a:buNone/>
            </a:pPr>
            <a:r>
              <a:rPr lang="en-US" sz="2800" b="1" i="0" u="none" strike="noStrike" cap="none">
                <a:solidFill>
                  <a:srgbClr val="1E4E79"/>
                </a:solidFill>
                <a:latin typeface="Georgia"/>
                <a:ea typeface="Georgia"/>
                <a:cs typeface="Georgia"/>
                <a:sym typeface="Georgia"/>
              </a:rPr>
              <a:t>Dictionaries and Hash Tables</a:t>
            </a:r>
            <a:br>
              <a:rPr lang="en-US" sz="2000" b="1" i="0" u="none" strike="noStrike" cap="none">
                <a:solidFill>
                  <a:srgbClr val="1E4E79"/>
                </a:solidFill>
                <a:latin typeface="Georgia"/>
                <a:ea typeface="Georgia"/>
                <a:cs typeface="Georgia"/>
                <a:sym typeface="Georgia"/>
              </a:rPr>
            </a:br>
            <a:endParaRPr sz="2000" b="1" i="0" u="none" strike="noStrike" cap="none">
              <a:solidFill>
                <a:srgbClr val="1E4E79"/>
              </a:solidFill>
              <a:latin typeface="Georgia"/>
              <a:ea typeface="Georgia"/>
              <a:cs typeface="Georgia"/>
              <a:sym typeface="Georgia"/>
            </a:endParaRPr>
          </a:p>
        </p:txBody>
      </p:sp>
      <p:sp>
        <p:nvSpPr>
          <p:cNvPr id="85" name="Google Shape;85;p1"/>
          <p:cNvSpPr txBox="1"/>
          <p:nvPr/>
        </p:nvSpPr>
        <p:spPr>
          <a:xfrm>
            <a:off x="-132145" y="5020112"/>
            <a:ext cx="5971342"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a:solidFill>
                  <a:srgbClr val="1E4E79"/>
                </a:solidFill>
                <a:latin typeface="Georgia"/>
                <a:ea typeface="Georgia"/>
                <a:cs typeface="Georgia"/>
                <a:sym typeface="Georgia"/>
              </a:rPr>
              <a:t>Supervisordr@yahoo.com</a:t>
            </a:r>
            <a:endParaRPr/>
          </a:p>
        </p:txBody>
      </p:sp>
      <p:sp>
        <p:nvSpPr>
          <p:cNvPr id="86" name="Google Shape;86;p1"/>
          <p:cNvSpPr txBox="1"/>
          <p:nvPr/>
        </p:nvSpPr>
        <p:spPr>
          <a:xfrm>
            <a:off x="3141406" y="3848401"/>
            <a:ext cx="5971342"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1" u="none" strike="noStrike" cap="none">
                <a:solidFill>
                  <a:srgbClr val="1E4E79"/>
                </a:solidFill>
                <a:latin typeface="Georgia"/>
                <a:ea typeface="Georgia"/>
                <a:cs typeface="Georgia"/>
                <a:sym typeface="Georgia"/>
              </a:rPr>
              <a:t>Lecture 3</a:t>
            </a:r>
            <a:endParaRPr sz="1800" b="1" i="0" u="none" strike="noStrike" cap="none">
              <a:solidFill>
                <a:srgbClr val="DDEAF6"/>
              </a:solidFill>
              <a:latin typeface="Georgia"/>
              <a:ea typeface="Georgia"/>
              <a:cs typeface="Georgia"/>
              <a:sym typeface="Georgia"/>
            </a:endParaRPr>
          </a:p>
        </p:txBody>
      </p:sp>
      <p:sp>
        <p:nvSpPr>
          <p:cNvPr id="87" name="Google Shape;87;p1"/>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a:t>
            </a:fld>
            <a:endParaRPr/>
          </a:p>
        </p:txBody>
      </p:sp>
      <p:sp>
        <p:nvSpPr>
          <p:cNvPr id="88" name="Google Shape;88;p1"/>
          <p:cNvSpPr/>
          <p:nvPr/>
        </p:nvSpPr>
        <p:spPr>
          <a:xfrm>
            <a:off x="4077297" y="29432"/>
            <a:ext cx="4099560" cy="688164"/>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90" name="Google Shape;90;p1"/>
          <p:cNvPicPr preferRelativeResize="0"/>
          <p:nvPr/>
        </p:nvPicPr>
        <p:blipFill rotWithShape="1">
          <a:blip r:embed="rId4">
            <a:alphaModFix/>
          </a:blip>
          <a:srcRect/>
          <a:stretch/>
        </p:blipFill>
        <p:spPr>
          <a:xfrm>
            <a:off x="10405430" y="4925575"/>
            <a:ext cx="1932425" cy="1932425"/>
          </a:xfrm>
          <a:prstGeom prst="rect">
            <a:avLst/>
          </a:prstGeom>
          <a:noFill/>
          <a:ln>
            <a:noFill/>
          </a:ln>
        </p:spPr>
      </p:pic>
      <p:sp>
        <p:nvSpPr>
          <p:cNvPr id="91" name="Google Shape;91;p1"/>
          <p:cNvSpPr/>
          <p:nvPr/>
        </p:nvSpPr>
        <p:spPr>
          <a:xfrm>
            <a:off x="1317176" y="4483277"/>
            <a:ext cx="3072701"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0" i="0" u="none" strike="noStrike" cap="none">
                <a:solidFill>
                  <a:srgbClr val="2F5496"/>
                </a:solidFill>
                <a:latin typeface="Calibri"/>
                <a:ea typeface="Calibri"/>
                <a:cs typeface="Calibri"/>
                <a:sym typeface="Calibri"/>
              </a:rPr>
              <a:t>Prof. Dr Mohammed Al-Hagery</a:t>
            </a:r>
            <a:endParaRPr sz="1800" b="0" i="0" u="none" strike="noStrike" cap="none">
              <a:solidFill>
                <a:srgbClr val="2F5496"/>
              </a:solidFill>
              <a:latin typeface="Calibri"/>
              <a:ea typeface="Calibri"/>
              <a:cs typeface="Calibri"/>
              <a:sym typeface="Calibri"/>
            </a:endParaRPr>
          </a:p>
        </p:txBody>
      </p:sp>
      <p:sp>
        <p:nvSpPr>
          <p:cNvPr id="92" name="Google Shape;92;p1"/>
          <p:cNvSpPr/>
          <p:nvPr/>
        </p:nvSpPr>
        <p:spPr>
          <a:xfrm>
            <a:off x="7883869" y="4483277"/>
            <a:ext cx="1481111"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0" i="0" u="none" strike="noStrike" cap="none">
                <a:solidFill>
                  <a:srgbClr val="2F5496"/>
                </a:solidFill>
                <a:latin typeface="Calibri"/>
                <a:ea typeface="Calibri"/>
                <a:cs typeface="Calibri"/>
                <a:sym typeface="Calibri"/>
              </a:rPr>
              <a:t>Athar alwabel</a:t>
            </a:r>
            <a:endParaRPr sz="1800" b="0" i="0" u="none" strike="noStrike" cap="none">
              <a:solidFill>
                <a:srgbClr val="2F5496"/>
              </a:solidFill>
              <a:latin typeface="Calibri"/>
              <a:ea typeface="Calibri"/>
              <a:cs typeface="Calibri"/>
              <a:sym typeface="Calibri"/>
            </a:endParaRPr>
          </a:p>
        </p:txBody>
      </p:sp>
      <p:sp>
        <p:nvSpPr>
          <p:cNvPr id="93" name="Google Shape;93;p1"/>
          <p:cNvSpPr txBox="1"/>
          <p:nvPr/>
        </p:nvSpPr>
        <p:spPr>
          <a:xfrm>
            <a:off x="5791153" y="5084093"/>
            <a:ext cx="5971342"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a:solidFill>
                  <a:srgbClr val="1E4E79"/>
                </a:solidFill>
                <a:latin typeface="Georgia"/>
                <a:ea typeface="Georgia"/>
                <a:cs typeface="Georgia"/>
                <a:sym typeface="Georgia"/>
              </a:rPr>
              <a:t>aa.alwabel@qu.edu.sa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2</a:t>
            </a:fld>
            <a:endParaRPr/>
          </a:p>
        </p:txBody>
      </p:sp>
      <p:sp>
        <p:nvSpPr>
          <p:cNvPr id="99" name="Google Shape;99;p2"/>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0" name="Google Shape;100;p2"/>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01" name="Google Shape;101;p2"/>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02" name="Google Shape;102;p2"/>
          <p:cNvSpPr txBox="1"/>
          <p:nvPr/>
        </p:nvSpPr>
        <p:spPr>
          <a:xfrm>
            <a:off x="239352" y="212725"/>
            <a:ext cx="8755380" cy="858429"/>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Dictionary ADT </a:t>
            </a:r>
            <a:r>
              <a:rPr lang="en-US" sz="4000" b="0" i="0" u="none" strike="noStrike" cap="none">
                <a:solidFill>
                  <a:srgbClr val="1F3864"/>
                </a:solidFill>
                <a:latin typeface="Tahoma"/>
                <a:ea typeface="Tahoma"/>
                <a:cs typeface="Tahoma"/>
                <a:sym typeface="Tahoma"/>
              </a:rPr>
              <a:t>(§2.5.1)</a:t>
            </a:r>
            <a:endParaRPr/>
          </a:p>
        </p:txBody>
      </p:sp>
      <p:sp>
        <p:nvSpPr>
          <p:cNvPr id="103" name="Google Shape;103;p2" descr="Rectangle: Click to edit Master text styles&#10;Second level&#10;Third level&#10;Fourth level&#10;Fifth level"/>
          <p:cNvSpPr txBox="1"/>
          <p:nvPr/>
        </p:nvSpPr>
        <p:spPr>
          <a:xfrm>
            <a:off x="685800" y="1676400"/>
            <a:ext cx="4191000" cy="449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The dictionary ADT models a searchable collection of key-element items</a:t>
            </a:r>
            <a:endParaRPr/>
          </a:p>
          <a:p>
            <a:pPr marL="342900" marR="0" lvl="0" indent="-342900" algn="l" rtl="0">
              <a:lnSpc>
                <a:spcPct val="90000"/>
              </a:lnSpc>
              <a:spcBef>
                <a:spcPts val="4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The main operations of a dictionary are searching, inserting, and deleting items</a:t>
            </a:r>
            <a:endParaRPr/>
          </a:p>
          <a:p>
            <a:pPr marL="342900" marR="0" lvl="0" indent="-342900" algn="l" rtl="0">
              <a:lnSpc>
                <a:spcPct val="90000"/>
              </a:lnSpc>
              <a:spcBef>
                <a:spcPts val="4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Multiple items with the same key are allowed</a:t>
            </a:r>
            <a:endParaRPr/>
          </a:p>
          <a:p>
            <a:pPr marL="342900" marR="0" lvl="0" indent="-342900" algn="l" rtl="0">
              <a:lnSpc>
                <a:spcPct val="90000"/>
              </a:lnSpc>
              <a:spcBef>
                <a:spcPts val="4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Applications:</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address book</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credit card authorization</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mapping host names (e.g., cs16.net) to internet addresses (e.g., 128.148.34.101)</a:t>
            </a:r>
            <a:endParaRPr/>
          </a:p>
          <a:p>
            <a:pPr marL="742950" marR="0" lvl="1" indent="-217169" algn="l" rtl="0">
              <a:lnSpc>
                <a:spcPct val="90000"/>
              </a:lnSpc>
              <a:spcBef>
                <a:spcPts val="360"/>
              </a:spcBef>
              <a:spcAft>
                <a:spcPts val="0"/>
              </a:spcAft>
              <a:buClr>
                <a:srgbClr val="40458C"/>
              </a:buClr>
              <a:buSzPts val="1080"/>
              <a:buFont typeface="Noto Sans Symbols"/>
              <a:buNone/>
            </a:pPr>
            <a:endParaRPr sz="1800" b="0" i="0" u="none" strike="noStrike" cap="none">
              <a:solidFill>
                <a:srgbClr val="40458C"/>
              </a:solidFill>
              <a:latin typeface="Tahoma"/>
              <a:ea typeface="Tahoma"/>
              <a:cs typeface="Tahoma"/>
              <a:sym typeface="Tahoma"/>
            </a:endParaRPr>
          </a:p>
        </p:txBody>
      </p:sp>
      <p:sp>
        <p:nvSpPr>
          <p:cNvPr id="104" name="Google Shape;104;p2" descr="Rectangle: Click to edit Master text styles&#10;Second level&#10;Third level&#10;Fourth level&#10;Fifth level"/>
          <p:cNvSpPr txBox="1"/>
          <p:nvPr/>
        </p:nvSpPr>
        <p:spPr>
          <a:xfrm>
            <a:off x="6524840" y="1676400"/>
            <a:ext cx="3886200" cy="4648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Dictionary ADT methods:</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findElement</a:t>
            </a:r>
            <a:r>
              <a:rPr lang="en-US" sz="1800" b="0" i="0" u="none" strike="noStrike" cap="none">
                <a:solidFill>
                  <a:srgbClr val="40458C"/>
                </a:solidFill>
                <a:latin typeface="Tahoma"/>
                <a:ea typeface="Tahoma"/>
                <a:cs typeface="Tahoma"/>
                <a:sym typeface="Tahoma"/>
              </a:rPr>
              <a:t>(k): if the dictionary has an item with key k, returns its element, else, returns the special element NO_SUCH_KEY </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insertItem</a:t>
            </a:r>
            <a:r>
              <a:rPr lang="en-US" sz="1800" b="0" i="0" u="none" strike="noStrike" cap="none">
                <a:solidFill>
                  <a:srgbClr val="40458C"/>
                </a:solidFill>
                <a:latin typeface="Tahoma"/>
                <a:ea typeface="Tahoma"/>
                <a:cs typeface="Tahoma"/>
                <a:sym typeface="Tahoma"/>
              </a:rPr>
              <a:t>(k, o): inserts item (k, o) into the dictionary</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removeElement</a:t>
            </a:r>
            <a:r>
              <a:rPr lang="en-US" sz="1800" b="0" i="0" u="none" strike="noStrike" cap="none">
                <a:solidFill>
                  <a:srgbClr val="40458C"/>
                </a:solidFill>
                <a:latin typeface="Tahoma"/>
                <a:ea typeface="Tahoma"/>
                <a:cs typeface="Tahoma"/>
                <a:sym typeface="Tahoma"/>
              </a:rPr>
              <a:t>(k): if the dictionary has an item with key k, removes it from the dictionary and returns its element, else returns the special element NO_SUCH_KEY </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size</a:t>
            </a:r>
            <a:r>
              <a:rPr lang="en-US" sz="1800" b="0" i="0" u="none" strike="noStrike" cap="none">
                <a:solidFill>
                  <a:srgbClr val="40458C"/>
                </a:solidFill>
                <a:latin typeface="Tahoma"/>
                <a:ea typeface="Tahoma"/>
                <a:cs typeface="Tahoma"/>
                <a:sym typeface="Tahoma"/>
              </a:rPr>
              <a:t>(), </a:t>
            </a:r>
            <a:r>
              <a:rPr lang="en-US" sz="1800" b="0" i="0" u="none" strike="noStrike" cap="none">
                <a:solidFill>
                  <a:srgbClr val="BE2D00"/>
                </a:solidFill>
                <a:latin typeface="Tahoma"/>
                <a:ea typeface="Tahoma"/>
                <a:cs typeface="Tahoma"/>
                <a:sym typeface="Tahoma"/>
              </a:rPr>
              <a:t>isEmpty</a:t>
            </a:r>
            <a:r>
              <a:rPr lang="en-US" sz="1800" b="0" i="0" u="none" strike="noStrike" cap="none">
                <a:solidFill>
                  <a:srgbClr val="40458C"/>
                </a:solidFill>
                <a:latin typeface="Tahoma"/>
                <a:ea typeface="Tahoma"/>
                <a:cs typeface="Tahoma"/>
                <a:sym typeface="Tahoma"/>
              </a:rPr>
              <a:t>()</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keys</a:t>
            </a:r>
            <a:r>
              <a:rPr lang="en-US" sz="1800" b="0" i="0" u="none" strike="noStrike" cap="none">
                <a:solidFill>
                  <a:srgbClr val="40458C"/>
                </a:solidFill>
                <a:latin typeface="Tahoma"/>
                <a:ea typeface="Tahoma"/>
                <a:cs typeface="Tahoma"/>
                <a:sym typeface="Tahoma"/>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3</a:t>
            </a:fld>
            <a:endParaRPr/>
          </a:p>
        </p:txBody>
      </p:sp>
      <p:sp>
        <p:nvSpPr>
          <p:cNvPr id="110" name="Google Shape;110;p3"/>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1" name="Google Shape;111;p3"/>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12" name="Google Shape;112;p3"/>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13" name="Google Shape;113;p3"/>
          <p:cNvSpPr txBox="1"/>
          <p:nvPr/>
        </p:nvSpPr>
        <p:spPr>
          <a:xfrm>
            <a:off x="340329" y="49004"/>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Log File </a:t>
            </a:r>
            <a:r>
              <a:rPr lang="en-US" sz="4000" b="0" i="0" u="none" strike="noStrike" cap="none">
                <a:solidFill>
                  <a:srgbClr val="1F3864"/>
                </a:solidFill>
                <a:latin typeface="Tahoma"/>
                <a:ea typeface="Tahoma"/>
                <a:cs typeface="Tahoma"/>
                <a:sym typeface="Tahoma"/>
              </a:rPr>
              <a:t>(§2.5.1)</a:t>
            </a:r>
            <a:endParaRPr/>
          </a:p>
        </p:txBody>
      </p:sp>
      <p:sp>
        <p:nvSpPr>
          <p:cNvPr id="114" name="Google Shape;114;p3" descr="Rectangle: Click to edit Master text styles&#10;Second level&#10;Third level&#10;Fourth level&#10;Fifth level"/>
          <p:cNvSpPr txBox="1"/>
          <p:nvPr/>
        </p:nvSpPr>
        <p:spPr>
          <a:xfrm>
            <a:off x="1421620" y="1375726"/>
            <a:ext cx="9148843" cy="4833049"/>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A log file is a dictionary implemented by means of an unsorted sequence</a:t>
            </a:r>
            <a:endParaRPr/>
          </a:p>
          <a:p>
            <a:pPr marL="742950" marR="0" lvl="1" indent="-285750" algn="l" rtl="0">
              <a:lnSpc>
                <a:spcPct val="90000"/>
              </a:lnSpc>
              <a:spcBef>
                <a:spcPts val="180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We store the items of the dictionary in a sequence (based on a </a:t>
            </a:r>
            <a:r>
              <a:rPr lang="en-US" sz="1800" b="0" i="0" u="none" strike="noStrike" cap="none">
                <a:solidFill>
                  <a:srgbClr val="C97403"/>
                </a:solidFill>
                <a:latin typeface="Tahoma"/>
                <a:ea typeface="Tahoma"/>
                <a:cs typeface="Tahoma"/>
                <a:sym typeface="Tahoma"/>
              </a:rPr>
              <a:t>doubly-linked</a:t>
            </a:r>
            <a:r>
              <a:rPr lang="en-US" sz="1800" b="0" i="0" u="none" strike="noStrike" cap="none">
                <a:solidFill>
                  <a:srgbClr val="40458C"/>
                </a:solidFill>
                <a:latin typeface="Tahoma"/>
                <a:ea typeface="Tahoma"/>
                <a:cs typeface="Tahoma"/>
                <a:sym typeface="Tahoma"/>
              </a:rPr>
              <a:t> lists or a circular array), in arbitrary order.</a:t>
            </a:r>
            <a:endParaRPr sz="1800" b="0" i="0" u="none" strike="noStrike" cap="none">
              <a:solidFill>
                <a:srgbClr val="40458C"/>
              </a:solidFill>
              <a:latin typeface="Tahoma"/>
              <a:ea typeface="Tahoma"/>
              <a:cs typeface="Tahoma"/>
              <a:sym typeface="Tahoma"/>
            </a:endParaRPr>
          </a:p>
          <a:p>
            <a:pPr marL="342900" marR="0" lvl="0" indent="-342900" algn="l" rtl="0">
              <a:lnSpc>
                <a:spcPct val="90000"/>
              </a:lnSpc>
              <a:spcBef>
                <a:spcPts val="18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Performance:</a:t>
            </a:r>
            <a:endParaRPr/>
          </a:p>
          <a:p>
            <a:pPr marL="742950" marR="0" lvl="1" indent="-285750" algn="l" rtl="0">
              <a:lnSpc>
                <a:spcPct val="90000"/>
              </a:lnSpc>
              <a:spcBef>
                <a:spcPts val="180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insertItem</a:t>
            </a:r>
            <a:r>
              <a:rPr lang="en-US" sz="1800" b="0" i="0" u="none" strike="noStrike" cap="none">
                <a:solidFill>
                  <a:srgbClr val="40458C"/>
                </a:solidFill>
                <a:latin typeface="Tahoma"/>
                <a:ea typeface="Tahoma"/>
                <a:cs typeface="Tahoma"/>
                <a:sym typeface="Tahoma"/>
              </a:rPr>
              <a:t> takes </a:t>
            </a:r>
            <a:r>
              <a:rPr lang="en-US" sz="1800" b="1" i="1" u="none" strike="noStrike" cap="none">
                <a:solidFill>
                  <a:srgbClr val="40458C"/>
                </a:solidFill>
                <a:latin typeface="Times New Roman"/>
                <a:ea typeface="Times New Roman"/>
                <a:cs typeface="Times New Roman"/>
                <a:sym typeface="Times New Roman"/>
              </a:rPr>
              <a:t>O</a:t>
            </a:r>
            <a:r>
              <a:rPr lang="en-US" sz="1800" b="0" i="0" u="none" strike="noStrike" cap="none">
                <a:solidFill>
                  <a:srgbClr val="40458C"/>
                </a:solidFill>
                <a:latin typeface="Times New Roman"/>
                <a:ea typeface="Times New Roman"/>
                <a:cs typeface="Times New Roman"/>
                <a:sym typeface="Times New Roman"/>
              </a:rPr>
              <a:t>(1)</a:t>
            </a:r>
            <a:r>
              <a:rPr lang="en-US" sz="1800" b="0" i="0" u="none" strike="noStrike" cap="none">
                <a:solidFill>
                  <a:srgbClr val="40458C"/>
                </a:solidFill>
                <a:latin typeface="Tahoma"/>
                <a:ea typeface="Tahoma"/>
                <a:cs typeface="Tahoma"/>
                <a:sym typeface="Tahoma"/>
              </a:rPr>
              <a:t> time since we can insert the new item at the beginning or at the end of the sequence.</a:t>
            </a:r>
            <a:endParaRPr sz="2000" b="0" i="0" u="none" strike="noStrike" cap="none">
              <a:solidFill>
                <a:srgbClr val="40458C"/>
              </a:solidFill>
              <a:latin typeface="Tahoma"/>
              <a:ea typeface="Tahoma"/>
              <a:cs typeface="Tahoma"/>
              <a:sym typeface="Tahoma"/>
            </a:endParaRPr>
          </a:p>
          <a:p>
            <a:pPr marL="742950" marR="0" lvl="1" indent="-285750" algn="l" rtl="0">
              <a:lnSpc>
                <a:spcPct val="90000"/>
              </a:lnSpc>
              <a:spcBef>
                <a:spcPts val="1800"/>
              </a:spcBef>
              <a:spcAft>
                <a:spcPts val="0"/>
              </a:spcAft>
              <a:buClr>
                <a:srgbClr val="40458C"/>
              </a:buClr>
              <a:buSzPts val="1080"/>
              <a:buFont typeface="Noto Sans Symbols"/>
              <a:buChar char="■"/>
            </a:pPr>
            <a:r>
              <a:rPr lang="en-US" sz="1800" b="0" i="0" u="none" strike="noStrike" cap="none">
                <a:solidFill>
                  <a:srgbClr val="BE2D00"/>
                </a:solidFill>
                <a:latin typeface="Tahoma"/>
                <a:ea typeface="Tahoma"/>
                <a:cs typeface="Tahoma"/>
                <a:sym typeface="Tahoma"/>
              </a:rPr>
              <a:t>findElement</a:t>
            </a:r>
            <a:r>
              <a:rPr lang="en-US" sz="1800" b="0" i="0" u="none" strike="noStrike" cap="none">
                <a:solidFill>
                  <a:srgbClr val="40458C"/>
                </a:solidFill>
                <a:latin typeface="Tahoma"/>
                <a:ea typeface="Tahoma"/>
                <a:cs typeface="Tahoma"/>
                <a:sym typeface="Tahoma"/>
              </a:rPr>
              <a:t> and </a:t>
            </a:r>
            <a:r>
              <a:rPr lang="en-US" sz="1800" b="0" i="0" u="none" strike="noStrike" cap="none">
                <a:solidFill>
                  <a:srgbClr val="BE2D00"/>
                </a:solidFill>
                <a:latin typeface="Tahoma"/>
                <a:ea typeface="Tahoma"/>
                <a:cs typeface="Tahoma"/>
                <a:sym typeface="Tahoma"/>
              </a:rPr>
              <a:t>removeElement </a:t>
            </a:r>
            <a:r>
              <a:rPr lang="en-US" sz="1800" b="0" i="0" u="none" strike="noStrike" cap="none">
                <a:solidFill>
                  <a:srgbClr val="40458C"/>
                </a:solidFill>
                <a:latin typeface="Tahoma"/>
                <a:ea typeface="Tahoma"/>
                <a:cs typeface="Tahoma"/>
                <a:sym typeface="Tahoma"/>
              </a:rPr>
              <a:t>take </a:t>
            </a:r>
            <a:r>
              <a:rPr lang="en-US" sz="1800" b="1" i="1" u="none" strike="noStrike" cap="none">
                <a:solidFill>
                  <a:srgbClr val="40458C"/>
                </a:solidFill>
                <a:latin typeface="Times New Roman"/>
                <a:ea typeface="Times New Roman"/>
                <a:cs typeface="Times New Roman"/>
                <a:sym typeface="Times New Roman"/>
              </a:rPr>
              <a:t>O</a:t>
            </a:r>
            <a:r>
              <a:rPr lang="en-US" sz="1800" b="0" i="0" u="none" strike="noStrike" cap="none">
                <a:solidFill>
                  <a:srgbClr val="40458C"/>
                </a:solidFill>
                <a:latin typeface="Times New Roman"/>
                <a:ea typeface="Times New Roman"/>
                <a:cs typeface="Times New Roman"/>
                <a:sym typeface="Times New Roman"/>
              </a:rPr>
              <a:t>(</a:t>
            </a:r>
            <a:r>
              <a:rPr lang="en-US" sz="1800" b="1" i="1" u="none" strike="noStrike" cap="none">
                <a:solidFill>
                  <a:srgbClr val="40458C"/>
                </a:solidFill>
                <a:latin typeface="Times New Roman"/>
                <a:ea typeface="Times New Roman"/>
                <a:cs typeface="Times New Roman"/>
                <a:sym typeface="Times New Roman"/>
              </a:rPr>
              <a:t>n</a:t>
            </a:r>
            <a:r>
              <a:rPr lang="en-US" sz="1800" b="0" i="0" u="none" strike="noStrike" cap="none">
                <a:solidFill>
                  <a:srgbClr val="40458C"/>
                </a:solidFill>
                <a:latin typeface="Times New Roman"/>
                <a:ea typeface="Times New Roman"/>
                <a:cs typeface="Times New Roman"/>
                <a:sym typeface="Times New Roman"/>
              </a:rPr>
              <a:t>)</a:t>
            </a:r>
            <a:r>
              <a:rPr lang="en-US" sz="1800" b="0" i="0" u="none" strike="noStrike" cap="none">
                <a:solidFill>
                  <a:srgbClr val="40458C"/>
                </a:solidFill>
                <a:latin typeface="Tahoma"/>
                <a:ea typeface="Tahoma"/>
                <a:cs typeface="Tahoma"/>
                <a:sym typeface="Tahoma"/>
              </a:rPr>
              <a:t> time since in the worst case (the item is not found) we traverse the entire sequence to look for an item with the given key</a:t>
            </a:r>
            <a:endParaRPr/>
          </a:p>
          <a:p>
            <a:pPr marL="342900" marR="0" lvl="0" indent="-342900" algn="l" rtl="0">
              <a:lnSpc>
                <a:spcPct val="90000"/>
              </a:lnSpc>
              <a:spcBef>
                <a:spcPts val="18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The log file is effective only for dictionaries of small size or for dictionaries on which insertions are the most common operations, while searches and removals are rarely performed (e.g., historical record of logins to a workstation)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4</a:t>
            </a:fld>
            <a:endParaRPr/>
          </a:p>
        </p:txBody>
      </p:sp>
      <p:sp>
        <p:nvSpPr>
          <p:cNvPr id="120" name="Google Shape;120;p4"/>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1" name="Google Shape;121;p4"/>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22" name="Google Shape;122;p4"/>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23" name="Google Shape;123;p4"/>
          <p:cNvSpPr txBox="1"/>
          <p:nvPr/>
        </p:nvSpPr>
        <p:spPr>
          <a:xfrm>
            <a:off x="590882" y="291050"/>
            <a:ext cx="8685002" cy="6218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F3864"/>
              </a:buClr>
              <a:buSzPts val="3200"/>
              <a:buFont typeface="Tahoma"/>
              <a:buNone/>
            </a:pPr>
            <a:r>
              <a:rPr lang="en-US" sz="3200" b="0" i="0" u="none" strike="noStrike" cap="none">
                <a:solidFill>
                  <a:srgbClr val="1F3864"/>
                </a:solidFill>
                <a:latin typeface="Tahoma"/>
                <a:ea typeface="Tahoma"/>
                <a:cs typeface="Tahoma"/>
                <a:sym typeface="Tahoma"/>
              </a:rPr>
              <a:t>Hash Functions and Hash Tables (HT) (§2.5.2) </a:t>
            </a:r>
            <a:endParaRPr/>
          </a:p>
        </p:txBody>
      </p:sp>
      <p:sp>
        <p:nvSpPr>
          <p:cNvPr id="124" name="Google Shape;124;p4" descr="Rectangle: Click to edit Master text styles&#10;Second level&#10;Third level&#10;Fourth level&#10;Fifth level"/>
          <p:cNvSpPr txBox="1"/>
          <p:nvPr/>
        </p:nvSpPr>
        <p:spPr>
          <a:xfrm>
            <a:off x="1166871" y="1294932"/>
            <a:ext cx="9057983" cy="2590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A </a:t>
            </a:r>
            <a:r>
              <a:rPr lang="en-US" sz="2400" b="0" i="0" u="none" strike="noStrike" cap="none">
                <a:solidFill>
                  <a:srgbClr val="BE2D00"/>
                </a:solidFill>
                <a:latin typeface="Tahoma"/>
                <a:ea typeface="Tahoma"/>
                <a:cs typeface="Tahoma"/>
                <a:sym typeface="Tahoma"/>
              </a:rPr>
              <a:t>hash function</a:t>
            </a:r>
            <a:r>
              <a:rPr lang="en-US" sz="2400" b="0" i="0" u="none" strike="noStrike" cap="none">
                <a:solidFill>
                  <a:srgbClr val="40458C"/>
                </a:solidFill>
                <a:latin typeface="Tahoma"/>
                <a:ea typeface="Tahoma"/>
                <a:cs typeface="Tahoma"/>
                <a:sym typeface="Tahoma"/>
              </a:rPr>
              <a:t> </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ahoma"/>
                <a:ea typeface="Tahoma"/>
                <a:cs typeface="Tahoma"/>
                <a:sym typeface="Tahoma"/>
              </a:rPr>
              <a:t> maps keys of a given type to integers in a fixed interval </a:t>
            </a:r>
            <a:r>
              <a:rPr lang="en-US" sz="2400" b="0" i="0" u="none" strike="noStrike" cap="none">
                <a:solidFill>
                  <a:srgbClr val="40458C"/>
                </a:solidFill>
                <a:latin typeface="Times New Roman"/>
                <a:ea typeface="Times New Roman"/>
                <a:cs typeface="Times New Roman"/>
                <a:sym typeface="Times New Roman"/>
              </a:rPr>
              <a:t>[0, </a:t>
            </a:r>
            <a:r>
              <a:rPr lang="en-US" sz="2400" b="1" i="1" u="none" strike="noStrike" cap="none">
                <a:solidFill>
                  <a:srgbClr val="40458C"/>
                </a:solidFill>
                <a:latin typeface="Times New Roman"/>
                <a:ea typeface="Times New Roman"/>
                <a:cs typeface="Times New Roman"/>
                <a:sym typeface="Times New Roman"/>
              </a:rPr>
              <a:t>N</a:t>
            </a:r>
            <a:r>
              <a:rPr lang="en-US" sz="2400" b="1" i="1" u="none" strike="noStrike" cap="none">
                <a:solidFill>
                  <a:srgbClr val="40458C"/>
                </a:solidFill>
                <a:latin typeface="Noto Sans Symbols"/>
                <a:ea typeface="Noto Sans Symbols"/>
                <a:cs typeface="Noto Sans Symbols"/>
                <a:sym typeface="Noto Sans Symbols"/>
              </a:rPr>
              <a:t> </a:t>
            </a:r>
            <a:r>
              <a:rPr lang="en-US" sz="2400" b="0" i="0" u="none" strike="noStrike" cap="none">
                <a:solidFill>
                  <a:srgbClr val="40458C"/>
                </a:solidFill>
                <a:latin typeface="Noto Sans Symbols"/>
                <a:ea typeface="Noto Sans Symbols"/>
                <a:cs typeface="Noto Sans Symbols"/>
                <a:sym typeface="Noto Sans Symbols"/>
              </a:rPr>
              <a:t>− </a:t>
            </a:r>
            <a:r>
              <a:rPr lang="en-US" sz="2400" b="0" i="0" u="none" strike="noStrike" cap="none">
                <a:solidFill>
                  <a:srgbClr val="40458C"/>
                </a:solidFill>
                <a:latin typeface="Times New Roman"/>
                <a:ea typeface="Times New Roman"/>
                <a:cs typeface="Times New Roman"/>
                <a:sym typeface="Times New Roman"/>
              </a:rPr>
              <a:t>1]</a:t>
            </a:r>
            <a:endParaRPr/>
          </a:p>
          <a:p>
            <a:pPr marL="342900" marR="0" lvl="0" indent="-342900" algn="l" rtl="0">
              <a:lnSpc>
                <a:spcPct val="10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Verdana"/>
                <a:ea typeface="Verdana"/>
                <a:cs typeface="Verdana"/>
                <a:sym typeface="Verdana"/>
              </a:rPr>
              <a:t>Example:</a:t>
            </a:r>
            <a:br>
              <a:rPr lang="en-US" sz="2400" b="0" i="0" u="none" strike="noStrike" cap="none">
                <a:solidFill>
                  <a:srgbClr val="40458C"/>
                </a:solidFill>
                <a:latin typeface="Verdana"/>
                <a:ea typeface="Verdana"/>
                <a:cs typeface="Verdana"/>
                <a:sym typeface="Verdana"/>
              </a:rPr>
            </a:br>
            <a:r>
              <a:rPr lang="en-US" sz="2400" b="0" i="0" u="none" strike="noStrike" cap="none">
                <a:solidFill>
                  <a:srgbClr val="40458C"/>
                </a:solidFill>
                <a:latin typeface="Verdana"/>
                <a:ea typeface="Verdana"/>
                <a:cs typeface="Verdana"/>
                <a:sym typeface="Verdana"/>
              </a:rPr>
              <a:t>	</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Noto Sans Symbols"/>
                <a:ea typeface="Noto Sans Symbols"/>
                <a:cs typeface="Noto Sans Symbols"/>
                <a:sym typeface="Noto Sans Symbols"/>
              </a:rPr>
              <a:t>=</a:t>
            </a:r>
            <a:r>
              <a:rPr lang="en-US" sz="2400" b="0" i="0" u="none" strike="noStrike" cap="none">
                <a:solidFill>
                  <a:srgbClr val="40458C"/>
                </a:solidFill>
                <a:latin typeface="Times New Roman"/>
                <a:ea typeface="Times New Roman"/>
                <a:cs typeface="Times New Roman"/>
                <a:sym typeface="Times New Roman"/>
              </a:rPr>
              <a:t> </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 mod </a:t>
            </a:r>
            <a:r>
              <a:rPr lang="en-US" sz="2400" b="1" i="1" u="none" strike="noStrike" cap="none">
                <a:solidFill>
                  <a:srgbClr val="40458C"/>
                </a:solidFill>
                <a:latin typeface="Times New Roman"/>
                <a:ea typeface="Times New Roman"/>
                <a:cs typeface="Times New Roman"/>
                <a:sym typeface="Times New Roman"/>
              </a:rPr>
              <a:t>N</a:t>
            </a:r>
            <a:br>
              <a:rPr lang="en-US" sz="2400" b="1" i="1" u="none" strike="noStrike" cap="none">
                <a:solidFill>
                  <a:srgbClr val="40458C"/>
                </a:solidFill>
                <a:latin typeface="Times New Roman"/>
                <a:ea typeface="Times New Roman"/>
                <a:cs typeface="Times New Roman"/>
                <a:sym typeface="Times New Roman"/>
              </a:rPr>
            </a:br>
            <a:r>
              <a:rPr lang="en-US" sz="2400" b="0" i="0" u="none" strike="noStrike" cap="none">
                <a:solidFill>
                  <a:srgbClr val="40458C"/>
                </a:solidFill>
                <a:latin typeface="Verdana"/>
                <a:ea typeface="Verdana"/>
                <a:cs typeface="Verdana"/>
                <a:sym typeface="Verdana"/>
              </a:rPr>
              <a:t>is a hash function for integer keys</a:t>
            </a:r>
            <a:endParaRPr/>
          </a:p>
          <a:p>
            <a:pPr marL="342900" marR="0" lvl="0" indent="-342900" algn="l" rtl="0">
              <a:lnSpc>
                <a:spcPct val="10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Verdana"/>
                <a:ea typeface="Verdana"/>
                <a:cs typeface="Verdana"/>
                <a:sym typeface="Verdana"/>
              </a:rPr>
              <a:t>The integer </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a:t>
            </a:r>
            <a:r>
              <a:rPr lang="en-US" sz="2400" b="0" i="0" u="none" strike="noStrike" cap="none">
                <a:solidFill>
                  <a:srgbClr val="40458C"/>
                </a:solidFill>
                <a:latin typeface="Verdana"/>
                <a:ea typeface="Verdana"/>
                <a:cs typeface="Verdana"/>
                <a:sym typeface="Verdana"/>
              </a:rPr>
              <a:t> is called the </a:t>
            </a:r>
            <a:r>
              <a:rPr lang="en-US" sz="2400" b="0" i="0" u="none" strike="noStrike" cap="none">
                <a:solidFill>
                  <a:srgbClr val="BE2D00"/>
                </a:solidFill>
                <a:latin typeface="Verdana"/>
                <a:ea typeface="Verdana"/>
                <a:cs typeface="Verdana"/>
                <a:sym typeface="Verdana"/>
              </a:rPr>
              <a:t>hash value</a:t>
            </a:r>
            <a:r>
              <a:rPr lang="en-US" sz="2400" b="0" i="0" u="none" strike="noStrike" cap="none">
                <a:solidFill>
                  <a:srgbClr val="40458C"/>
                </a:solidFill>
                <a:latin typeface="Verdana"/>
                <a:ea typeface="Verdana"/>
                <a:cs typeface="Verdana"/>
                <a:sym typeface="Verdana"/>
              </a:rPr>
              <a:t> of key </a:t>
            </a:r>
            <a:r>
              <a:rPr lang="en-US" sz="2400" b="1" i="1" u="none" strike="noStrike" cap="none">
                <a:solidFill>
                  <a:srgbClr val="40458C"/>
                </a:solidFill>
                <a:latin typeface="Times New Roman"/>
                <a:ea typeface="Times New Roman"/>
                <a:cs typeface="Times New Roman"/>
                <a:sym typeface="Times New Roman"/>
              </a:rPr>
              <a:t>x</a:t>
            </a:r>
            <a:endParaRPr/>
          </a:p>
        </p:txBody>
      </p:sp>
      <p:sp>
        <p:nvSpPr>
          <p:cNvPr id="125" name="Google Shape;125;p4" descr="Rectangle: Click to edit Master text styles&#10;Second level&#10;Third level&#10;Fourth level&#10;Fifth level"/>
          <p:cNvSpPr txBox="1"/>
          <p:nvPr/>
        </p:nvSpPr>
        <p:spPr>
          <a:xfrm>
            <a:off x="1166871" y="3915109"/>
            <a:ext cx="8885450" cy="1981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Verdana"/>
                <a:ea typeface="Verdana"/>
                <a:cs typeface="Verdana"/>
                <a:sym typeface="Verdana"/>
              </a:rPr>
              <a:t>A </a:t>
            </a:r>
            <a:r>
              <a:rPr lang="en-US" sz="2400" b="0" i="0" u="none" strike="noStrike" cap="none">
                <a:solidFill>
                  <a:srgbClr val="BE2D00"/>
                </a:solidFill>
                <a:latin typeface="Verdana"/>
                <a:ea typeface="Verdana"/>
                <a:cs typeface="Verdana"/>
                <a:sym typeface="Verdana"/>
              </a:rPr>
              <a:t>hash table</a:t>
            </a:r>
            <a:r>
              <a:rPr lang="en-US" sz="2400" b="0" i="0" u="none" strike="noStrike" cap="none">
                <a:solidFill>
                  <a:srgbClr val="40458C"/>
                </a:solidFill>
                <a:latin typeface="Verdana"/>
                <a:ea typeface="Verdana"/>
                <a:cs typeface="Verdana"/>
                <a:sym typeface="Verdana"/>
              </a:rPr>
              <a:t> for a given key type consists of</a:t>
            </a:r>
            <a:endParaRPr/>
          </a:p>
          <a:p>
            <a:pPr marL="742950" marR="0" lvl="1" indent="-285750" algn="l" rtl="0">
              <a:lnSpc>
                <a:spcPct val="90000"/>
              </a:lnSpc>
              <a:spcBef>
                <a:spcPts val="480"/>
              </a:spcBef>
              <a:spcAft>
                <a:spcPts val="0"/>
              </a:spcAft>
              <a:buClr>
                <a:srgbClr val="40458C"/>
              </a:buClr>
              <a:buSzPts val="1440"/>
              <a:buFont typeface="Noto Sans Symbols"/>
              <a:buChar char="■"/>
            </a:pPr>
            <a:r>
              <a:rPr lang="en-US" sz="2400" b="0" i="0" u="none" strike="noStrike" cap="none">
                <a:solidFill>
                  <a:srgbClr val="40458C"/>
                </a:solidFill>
                <a:latin typeface="Verdana"/>
                <a:ea typeface="Verdana"/>
                <a:cs typeface="Verdana"/>
                <a:sym typeface="Verdana"/>
              </a:rPr>
              <a:t>Hash function </a:t>
            </a:r>
            <a:r>
              <a:rPr lang="en-US" sz="2400" b="1" i="1" u="none" strike="noStrike" cap="none">
                <a:solidFill>
                  <a:srgbClr val="40458C"/>
                </a:solidFill>
                <a:latin typeface="Times New Roman"/>
                <a:ea typeface="Times New Roman"/>
                <a:cs typeface="Times New Roman"/>
                <a:sym typeface="Times New Roman"/>
              </a:rPr>
              <a:t>h</a:t>
            </a:r>
            <a:endParaRPr sz="2400" b="0" i="0" u="none" strike="noStrike" cap="none">
              <a:solidFill>
                <a:srgbClr val="40458C"/>
              </a:solidFill>
              <a:latin typeface="Tahoma"/>
              <a:ea typeface="Tahoma"/>
              <a:cs typeface="Tahoma"/>
              <a:sym typeface="Tahoma"/>
            </a:endParaRPr>
          </a:p>
          <a:p>
            <a:pPr marL="742950" marR="0" lvl="1" indent="-285750" algn="l" rtl="0">
              <a:lnSpc>
                <a:spcPct val="90000"/>
              </a:lnSpc>
              <a:spcBef>
                <a:spcPts val="480"/>
              </a:spcBef>
              <a:spcAft>
                <a:spcPts val="0"/>
              </a:spcAft>
              <a:buClr>
                <a:srgbClr val="40458C"/>
              </a:buClr>
              <a:buSzPts val="1440"/>
              <a:buFont typeface="Noto Sans Symbols"/>
              <a:buChar char="■"/>
            </a:pPr>
            <a:r>
              <a:rPr lang="en-US" sz="2400" b="0" i="0" u="none" strike="noStrike" cap="none">
                <a:solidFill>
                  <a:srgbClr val="40458C"/>
                </a:solidFill>
                <a:latin typeface="Tahoma"/>
                <a:ea typeface="Tahoma"/>
                <a:cs typeface="Tahoma"/>
                <a:sym typeface="Tahoma"/>
              </a:rPr>
              <a:t>Array (called table) of size </a:t>
            </a:r>
            <a:r>
              <a:rPr lang="en-US" sz="2400" b="1" i="1" u="none" strike="noStrike" cap="none">
                <a:solidFill>
                  <a:srgbClr val="40458C"/>
                </a:solidFill>
                <a:latin typeface="Times New Roman"/>
                <a:ea typeface="Times New Roman"/>
                <a:cs typeface="Times New Roman"/>
                <a:sym typeface="Times New Roman"/>
              </a:rPr>
              <a:t>N</a:t>
            </a:r>
            <a:endParaRPr/>
          </a:p>
          <a:p>
            <a:pPr marL="342900" marR="0" lvl="0" indent="-342900" algn="l" rtl="0">
              <a:lnSpc>
                <a:spcPct val="9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When implementing a dictionary with a hash table, the goal is to store item </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k</a:t>
            </a:r>
            <a:r>
              <a:rPr lang="en-US" sz="2400" b="0" i="0" u="none" strike="noStrike" cap="none">
                <a:solidFill>
                  <a:srgbClr val="40458C"/>
                </a:solidFill>
                <a:latin typeface="Times New Roman"/>
                <a:ea typeface="Times New Roman"/>
                <a:cs typeface="Times New Roman"/>
                <a:sym typeface="Times New Roman"/>
              </a:rPr>
              <a:t>, </a:t>
            </a:r>
            <a:r>
              <a:rPr lang="en-US" sz="2400" b="1" i="1" u="none" strike="noStrike" cap="none">
                <a:solidFill>
                  <a:srgbClr val="40458C"/>
                </a:solidFill>
                <a:latin typeface="Times New Roman"/>
                <a:ea typeface="Times New Roman"/>
                <a:cs typeface="Times New Roman"/>
                <a:sym typeface="Times New Roman"/>
              </a:rPr>
              <a:t>o</a:t>
            </a:r>
            <a:r>
              <a:rPr lang="en-US" sz="2400" b="0" i="0" u="none" strike="noStrike" cap="none">
                <a:solidFill>
                  <a:srgbClr val="40458C"/>
                </a:solidFill>
                <a:latin typeface="Times New Roman"/>
                <a:ea typeface="Times New Roman"/>
                <a:cs typeface="Times New Roman"/>
                <a:sym typeface="Times New Roman"/>
              </a:rPr>
              <a:t>)</a:t>
            </a:r>
            <a:r>
              <a:rPr lang="en-US" sz="2400" b="0" i="0" u="none" strike="noStrike" cap="none">
                <a:solidFill>
                  <a:srgbClr val="40458C"/>
                </a:solidFill>
                <a:latin typeface="Tahoma"/>
                <a:ea typeface="Tahoma"/>
                <a:cs typeface="Tahoma"/>
                <a:sym typeface="Tahoma"/>
              </a:rPr>
              <a:t> at index </a:t>
            </a:r>
            <a:r>
              <a:rPr lang="en-US" sz="2400" b="1" i="1" u="none" strike="noStrike" cap="none">
                <a:solidFill>
                  <a:srgbClr val="40458C"/>
                </a:solidFill>
                <a:latin typeface="Times New Roman"/>
                <a:ea typeface="Times New Roman"/>
                <a:cs typeface="Times New Roman"/>
                <a:sym typeface="Times New Roman"/>
              </a:rPr>
              <a:t>i</a:t>
            </a:r>
            <a:r>
              <a:rPr lang="en-US" sz="2400" b="0" i="0"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Noto Sans Symbols"/>
                <a:ea typeface="Noto Sans Symbols"/>
                <a:cs typeface="Noto Sans Symbols"/>
                <a:sym typeface="Noto Sans Symbols"/>
              </a:rPr>
              <a:t>=</a:t>
            </a:r>
            <a:r>
              <a:rPr lang="en-US" sz="2400" b="0" i="0" u="none" strike="noStrike" cap="none">
                <a:solidFill>
                  <a:srgbClr val="40458C"/>
                </a:solidFill>
                <a:latin typeface="Times New Roman"/>
                <a:ea typeface="Times New Roman"/>
                <a:cs typeface="Times New Roman"/>
                <a:sym typeface="Times New Roman"/>
              </a:rPr>
              <a:t> </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k</a:t>
            </a:r>
            <a:r>
              <a:rPr lang="en-US" sz="2400" b="0" i="0"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C00000"/>
                </a:solidFill>
                <a:latin typeface="Times New Roman"/>
                <a:ea typeface="Times New Roman"/>
                <a:cs typeface="Times New Roman"/>
                <a:sym typeface="Times New Roman"/>
              </a:rPr>
              <a:t>// </a:t>
            </a:r>
            <a:r>
              <a:rPr lang="en-US" sz="2400" b="1" i="1" u="none" strike="noStrike" cap="none">
                <a:solidFill>
                  <a:srgbClr val="C00000"/>
                </a:solidFill>
                <a:latin typeface="Times New Roman"/>
                <a:ea typeface="Times New Roman"/>
                <a:cs typeface="Times New Roman"/>
                <a:sym typeface="Times New Roman"/>
              </a:rPr>
              <a:t>o</a:t>
            </a:r>
            <a:r>
              <a:rPr lang="en-US" sz="2400" b="0" i="0" u="none" strike="noStrike" cap="none">
                <a:solidFill>
                  <a:srgbClr val="C00000"/>
                </a:solidFill>
                <a:latin typeface="Times New Roman"/>
                <a:ea typeface="Times New Roman"/>
                <a:cs typeface="Times New Roman"/>
                <a:sym typeface="Times New Roman"/>
              </a:rPr>
              <a:t> is an object</a:t>
            </a:r>
            <a:endParaRPr/>
          </a:p>
          <a:p>
            <a:pPr marL="742950" marR="0" lvl="1" indent="-194309" algn="l" rtl="0">
              <a:lnSpc>
                <a:spcPct val="90000"/>
              </a:lnSpc>
              <a:spcBef>
                <a:spcPts val="480"/>
              </a:spcBef>
              <a:spcAft>
                <a:spcPts val="0"/>
              </a:spcAft>
              <a:buClr>
                <a:srgbClr val="40458C"/>
              </a:buClr>
              <a:buSzPts val="1440"/>
              <a:buFont typeface="Noto Sans Symbols"/>
              <a:buNone/>
            </a:pPr>
            <a:endParaRPr sz="2400" b="0" i="0" u="none" strike="noStrike" cap="none">
              <a:solidFill>
                <a:srgbClr val="40458C"/>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5</a:t>
            </a:fld>
            <a:endParaRPr/>
          </a:p>
        </p:txBody>
      </p:sp>
      <p:sp>
        <p:nvSpPr>
          <p:cNvPr id="131" name="Google Shape;131;p5"/>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2" name="Google Shape;132;p5"/>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33" name="Google Shape;133;p5"/>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34" name="Google Shape;134;p5"/>
          <p:cNvSpPr txBox="1"/>
          <p:nvPr/>
        </p:nvSpPr>
        <p:spPr>
          <a:xfrm>
            <a:off x="406749" y="-112351"/>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Example</a:t>
            </a:r>
            <a:endParaRPr/>
          </a:p>
        </p:txBody>
      </p:sp>
      <p:sp>
        <p:nvSpPr>
          <p:cNvPr id="135" name="Google Shape;135;p5" descr="Rectangle: Click to edit Master text styles&#10;Second level&#10;Third level&#10;Fourth level&#10;Fifth level"/>
          <p:cNvSpPr txBox="1"/>
          <p:nvPr/>
        </p:nvSpPr>
        <p:spPr>
          <a:xfrm>
            <a:off x="991659" y="1591898"/>
            <a:ext cx="4679950" cy="4419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We design a hash table for a dictionary storing items (SSN, Name), where SSN (social security number) is a nine-digit positive integer</a:t>
            </a:r>
            <a:endParaRPr/>
          </a:p>
          <a:p>
            <a:pPr marL="342900" marR="0" lvl="0" indent="-342900" algn="l" rtl="0">
              <a:lnSpc>
                <a:spcPct val="10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Our hash table uses an array of size</a:t>
            </a:r>
            <a:r>
              <a:rPr lang="en-US" sz="2400" b="0" i="0" u="none" strike="noStrike" cap="none">
                <a:solidFill>
                  <a:srgbClr val="40458C"/>
                </a:solidFill>
                <a:latin typeface="Times New Roman"/>
                <a:ea typeface="Times New Roman"/>
                <a:cs typeface="Times New Roman"/>
                <a:sym typeface="Times New Roman"/>
              </a:rPr>
              <a:t> </a:t>
            </a:r>
            <a:r>
              <a:rPr lang="en-US" sz="2400" b="1" i="1" u="none" strike="noStrike" cap="none">
                <a:solidFill>
                  <a:srgbClr val="40458C"/>
                </a:solidFill>
                <a:latin typeface="Times New Roman"/>
                <a:ea typeface="Times New Roman"/>
                <a:cs typeface="Times New Roman"/>
                <a:sym typeface="Times New Roman"/>
              </a:rPr>
              <a:t>N</a:t>
            </a:r>
            <a:r>
              <a:rPr lang="en-US" sz="2400" b="1" i="1" u="none" strike="noStrike" cap="none">
                <a:solidFill>
                  <a:srgbClr val="40458C"/>
                </a:solidFill>
                <a:latin typeface="Noto Sans Symbols"/>
                <a:ea typeface="Noto Sans Symbols"/>
                <a:cs typeface="Noto Sans Symbols"/>
                <a:sym typeface="Noto Sans Symbols"/>
              </a:rPr>
              <a:t> </a:t>
            </a:r>
            <a:r>
              <a:rPr lang="en-US" sz="2400" b="0" i="0" u="none" strike="noStrike" cap="none">
                <a:solidFill>
                  <a:srgbClr val="40458C"/>
                </a:solidFill>
                <a:latin typeface="Noto Sans Symbols"/>
                <a:ea typeface="Noto Sans Symbols"/>
                <a:cs typeface="Noto Sans Symbols"/>
                <a:sym typeface="Noto Sans Symbols"/>
              </a:rPr>
              <a:t>= </a:t>
            </a:r>
            <a:r>
              <a:rPr lang="en-US" sz="2400" b="0" i="0" u="none" strike="noStrike" cap="none">
                <a:solidFill>
                  <a:srgbClr val="40458C"/>
                </a:solidFill>
                <a:latin typeface="Times New Roman"/>
                <a:ea typeface="Times New Roman"/>
                <a:cs typeface="Times New Roman"/>
                <a:sym typeface="Times New Roman"/>
              </a:rPr>
              <a:t>10,000</a:t>
            </a:r>
            <a:r>
              <a:rPr lang="en-US" sz="2400" b="0" i="0" u="none" strike="noStrike" cap="none">
                <a:solidFill>
                  <a:srgbClr val="40458C"/>
                </a:solidFill>
                <a:latin typeface="Tahoma"/>
                <a:ea typeface="Tahoma"/>
                <a:cs typeface="Tahoma"/>
                <a:sym typeface="Tahoma"/>
              </a:rPr>
              <a:t> and the hash function</a:t>
            </a:r>
            <a:endParaRPr/>
          </a:p>
          <a:p>
            <a:pPr marL="0" marR="0" lvl="0" indent="0" algn="l" rtl="0">
              <a:lnSpc>
                <a:spcPct val="100000"/>
              </a:lnSpc>
              <a:spcBef>
                <a:spcPts val="480"/>
              </a:spcBef>
              <a:spcAft>
                <a:spcPts val="0"/>
              </a:spcAft>
              <a:buClr>
                <a:srgbClr val="6F89F7"/>
              </a:buClr>
              <a:buSzPts val="2640"/>
              <a:buFont typeface="Noto Sans Symbols"/>
              <a:buNone/>
            </a:pPr>
            <a:br>
              <a:rPr lang="en-US" sz="2400" b="0" i="0" u="none" strike="noStrike" cap="none">
                <a:solidFill>
                  <a:srgbClr val="40458C"/>
                </a:solidFill>
                <a:latin typeface="Tahoma"/>
                <a:ea typeface="Tahoma"/>
                <a:cs typeface="Tahoma"/>
                <a:sym typeface="Tahoma"/>
              </a:rPr>
            </a:b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a:t>
            </a:r>
            <a:r>
              <a:rPr lang="en-US" sz="2400" b="0" i="0" u="none" strike="noStrike" cap="none">
                <a:solidFill>
                  <a:srgbClr val="40458C"/>
                </a:solidFill>
                <a:latin typeface="Noto Sans Symbols"/>
                <a:ea typeface="Noto Sans Symbols"/>
                <a:cs typeface="Noto Sans Symbols"/>
                <a:sym typeface="Noto Sans Symbols"/>
              </a:rPr>
              <a:t> = </a:t>
            </a:r>
            <a:r>
              <a:rPr lang="en-US" sz="2400" b="0" i="0" u="none" strike="noStrike" cap="none">
                <a:solidFill>
                  <a:srgbClr val="40458C"/>
                </a:solidFill>
                <a:latin typeface="Times New Roman"/>
                <a:ea typeface="Times New Roman"/>
                <a:cs typeface="Times New Roman"/>
                <a:sym typeface="Times New Roman"/>
              </a:rPr>
              <a:t>last four digits of </a:t>
            </a:r>
            <a:r>
              <a:rPr lang="en-US" sz="2400" b="1" i="1" u="none" strike="noStrike" cap="none">
                <a:solidFill>
                  <a:srgbClr val="40458C"/>
                </a:solidFill>
                <a:latin typeface="Times New Roman"/>
                <a:ea typeface="Times New Roman"/>
                <a:cs typeface="Times New Roman"/>
                <a:sym typeface="Times New Roman"/>
              </a:rPr>
              <a:t>x </a:t>
            </a:r>
            <a:r>
              <a:rPr lang="en-US" sz="1800" b="1" i="1" u="none" strike="noStrike" cap="none">
                <a:solidFill>
                  <a:srgbClr val="40458C"/>
                </a:solidFill>
                <a:latin typeface="Times New Roman"/>
                <a:ea typeface="Times New Roman"/>
                <a:cs typeface="Times New Roman"/>
                <a:sym typeface="Times New Roman"/>
              </a:rPr>
              <a:t>(x is the key)</a:t>
            </a:r>
            <a:endParaRPr sz="2400" b="1" i="1" u="none" strike="noStrike" cap="none">
              <a:solidFill>
                <a:srgbClr val="40458C"/>
              </a:solidFill>
              <a:latin typeface="Times New Roman"/>
              <a:ea typeface="Times New Roman"/>
              <a:cs typeface="Times New Roman"/>
              <a:sym typeface="Times New Roman"/>
            </a:endParaRPr>
          </a:p>
        </p:txBody>
      </p:sp>
      <p:grpSp>
        <p:nvGrpSpPr>
          <p:cNvPr id="136" name="Google Shape;136;p5"/>
          <p:cNvGrpSpPr/>
          <p:nvPr/>
        </p:nvGrpSpPr>
        <p:grpSpPr>
          <a:xfrm>
            <a:off x="6795222" y="1591898"/>
            <a:ext cx="2978150" cy="3200400"/>
            <a:chOff x="2496" y="1488"/>
            <a:chExt cx="1876" cy="2016"/>
          </a:xfrm>
        </p:grpSpPr>
        <p:sp>
          <p:nvSpPr>
            <p:cNvPr id="137" name="Google Shape;137;p5"/>
            <p:cNvSpPr/>
            <p:nvPr/>
          </p:nvSpPr>
          <p:spPr>
            <a:xfrm>
              <a:off x="2996" y="1536"/>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sz="1800" b="0" i="0" u="none" strike="noStrike" cap="none">
                <a:solidFill>
                  <a:srgbClr val="40458C"/>
                </a:solidFill>
                <a:latin typeface="Tahoma"/>
                <a:ea typeface="Tahoma"/>
                <a:cs typeface="Tahoma"/>
                <a:sym typeface="Tahoma"/>
              </a:endParaRPr>
            </a:p>
          </p:txBody>
        </p:sp>
        <p:sp>
          <p:nvSpPr>
            <p:cNvPr id="138" name="Google Shape;138;p5"/>
            <p:cNvSpPr/>
            <p:nvPr/>
          </p:nvSpPr>
          <p:spPr>
            <a:xfrm>
              <a:off x="2996" y="1728"/>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sp>
          <p:nvSpPr>
            <p:cNvPr id="139" name="Google Shape;139;p5"/>
            <p:cNvSpPr/>
            <p:nvPr/>
          </p:nvSpPr>
          <p:spPr>
            <a:xfrm>
              <a:off x="2996" y="1920"/>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140" name="Google Shape;140;p5"/>
            <p:cNvSpPr/>
            <p:nvPr/>
          </p:nvSpPr>
          <p:spPr>
            <a:xfrm>
              <a:off x="2996" y="2112"/>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a:p>
          </p:txBody>
        </p:sp>
        <p:sp>
          <p:nvSpPr>
            <p:cNvPr id="141" name="Google Shape;141;p5"/>
            <p:cNvSpPr/>
            <p:nvPr/>
          </p:nvSpPr>
          <p:spPr>
            <a:xfrm>
              <a:off x="2996" y="2304"/>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sp>
          <p:nvSpPr>
            <p:cNvPr id="142" name="Google Shape;142;p5"/>
            <p:cNvSpPr/>
            <p:nvPr/>
          </p:nvSpPr>
          <p:spPr>
            <a:xfrm>
              <a:off x="2996" y="3072"/>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sp>
          <p:nvSpPr>
            <p:cNvPr id="143" name="Google Shape;143;p5"/>
            <p:cNvSpPr/>
            <p:nvPr/>
          </p:nvSpPr>
          <p:spPr>
            <a:xfrm>
              <a:off x="2996" y="2880"/>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a:p>
          </p:txBody>
        </p:sp>
        <p:sp>
          <p:nvSpPr>
            <p:cNvPr id="144" name="Google Shape;144;p5"/>
            <p:cNvSpPr/>
            <p:nvPr/>
          </p:nvSpPr>
          <p:spPr>
            <a:xfrm>
              <a:off x="2996" y="3264"/>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a:p>
          </p:txBody>
        </p:sp>
        <p:sp>
          <p:nvSpPr>
            <p:cNvPr id="145" name="Google Shape;145;p5"/>
            <p:cNvSpPr txBox="1"/>
            <p:nvPr/>
          </p:nvSpPr>
          <p:spPr>
            <a:xfrm>
              <a:off x="2784" y="1488"/>
              <a:ext cx="212"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0</a:t>
              </a:r>
              <a:endParaRPr/>
            </a:p>
          </p:txBody>
        </p:sp>
        <p:sp>
          <p:nvSpPr>
            <p:cNvPr id="146" name="Google Shape;146;p5"/>
            <p:cNvSpPr txBox="1"/>
            <p:nvPr/>
          </p:nvSpPr>
          <p:spPr>
            <a:xfrm>
              <a:off x="2784" y="1680"/>
              <a:ext cx="212"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1</a:t>
              </a:r>
              <a:endParaRPr/>
            </a:p>
          </p:txBody>
        </p:sp>
        <p:sp>
          <p:nvSpPr>
            <p:cNvPr id="147" name="Google Shape;147;p5"/>
            <p:cNvSpPr txBox="1"/>
            <p:nvPr/>
          </p:nvSpPr>
          <p:spPr>
            <a:xfrm>
              <a:off x="2784" y="1872"/>
              <a:ext cx="212"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2</a:t>
              </a:r>
              <a:endParaRPr/>
            </a:p>
          </p:txBody>
        </p:sp>
        <p:sp>
          <p:nvSpPr>
            <p:cNvPr id="148" name="Google Shape;148;p5"/>
            <p:cNvSpPr txBox="1"/>
            <p:nvPr/>
          </p:nvSpPr>
          <p:spPr>
            <a:xfrm>
              <a:off x="2784" y="2064"/>
              <a:ext cx="212"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3</a:t>
              </a:r>
              <a:endParaRPr/>
            </a:p>
          </p:txBody>
        </p:sp>
        <p:sp>
          <p:nvSpPr>
            <p:cNvPr id="149" name="Google Shape;149;p5"/>
            <p:cNvSpPr txBox="1"/>
            <p:nvPr/>
          </p:nvSpPr>
          <p:spPr>
            <a:xfrm>
              <a:off x="2784" y="2256"/>
              <a:ext cx="212"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4</a:t>
              </a:r>
              <a:endParaRPr/>
            </a:p>
          </p:txBody>
        </p:sp>
        <p:sp>
          <p:nvSpPr>
            <p:cNvPr id="150" name="Google Shape;150;p5"/>
            <p:cNvSpPr txBox="1"/>
            <p:nvPr/>
          </p:nvSpPr>
          <p:spPr>
            <a:xfrm>
              <a:off x="2496" y="2832"/>
              <a:ext cx="500" cy="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9997</a:t>
              </a:r>
              <a:endParaRPr/>
            </a:p>
          </p:txBody>
        </p:sp>
        <p:sp>
          <p:nvSpPr>
            <p:cNvPr id="151" name="Google Shape;151;p5"/>
            <p:cNvSpPr txBox="1"/>
            <p:nvPr/>
          </p:nvSpPr>
          <p:spPr>
            <a:xfrm>
              <a:off x="2496" y="3024"/>
              <a:ext cx="500"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9998</a:t>
              </a:r>
              <a:endParaRPr/>
            </a:p>
          </p:txBody>
        </p:sp>
        <p:sp>
          <p:nvSpPr>
            <p:cNvPr id="152" name="Google Shape;152;p5"/>
            <p:cNvSpPr txBox="1"/>
            <p:nvPr/>
          </p:nvSpPr>
          <p:spPr>
            <a:xfrm>
              <a:off x="2496" y="3216"/>
              <a:ext cx="500"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9999</a:t>
              </a:r>
              <a:endParaRPr/>
            </a:p>
          </p:txBody>
        </p:sp>
        <p:sp>
          <p:nvSpPr>
            <p:cNvPr id="153" name="Google Shape;153;p5"/>
            <p:cNvSpPr txBox="1"/>
            <p:nvPr/>
          </p:nvSpPr>
          <p:spPr>
            <a:xfrm rot="5400000">
              <a:off x="2986" y="2542"/>
              <a:ext cx="308"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a:t>
              </a:r>
              <a:endParaRPr/>
            </a:p>
          </p:txBody>
        </p:sp>
        <p:sp>
          <p:nvSpPr>
            <p:cNvPr id="154" name="Google Shape;154;p5"/>
            <p:cNvSpPr/>
            <p:nvPr/>
          </p:nvSpPr>
          <p:spPr>
            <a:xfrm>
              <a:off x="3360" y="2304"/>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451-229-0004</a:t>
              </a:r>
              <a:endParaRPr/>
            </a:p>
          </p:txBody>
        </p:sp>
        <p:sp>
          <p:nvSpPr>
            <p:cNvPr id="155" name="Google Shape;155;p5"/>
            <p:cNvSpPr/>
            <p:nvPr/>
          </p:nvSpPr>
          <p:spPr>
            <a:xfrm>
              <a:off x="3360" y="1920"/>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981-101-0002</a:t>
              </a:r>
              <a:endParaRPr/>
            </a:p>
          </p:txBody>
        </p:sp>
        <p:cxnSp>
          <p:nvCxnSpPr>
            <p:cNvPr id="156" name="Google Shape;156;p5"/>
            <p:cNvCxnSpPr/>
            <p:nvPr/>
          </p:nvCxnSpPr>
          <p:spPr>
            <a:xfrm>
              <a:off x="3092" y="2400"/>
              <a:ext cx="268" cy="0"/>
            </a:xfrm>
            <a:prstGeom prst="straightConnector1">
              <a:avLst/>
            </a:prstGeom>
            <a:noFill/>
            <a:ln w="19050" cap="flat" cmpd="sng">
              <a:solidFill>
                <a:srgbClr val="40458C"/>
              </a:solidFill>
              <a:prstDash val="solid"/>
              <a:round/>
              <a:headEnd type="oval" w="med" len="med"/>
              <a:tailEnd type="triangle" w="med" len="med"/>
            </a:ln>
          </p:spPr>
        </p:cxnSp>
        <p:sp>
          <p:nvSpPr>
            <p:cNvPr id="157" name="Google Shape;157;p5"/>
            <p:cNvSpPr/>
            <p:nvPr/>
          </p:nvSpPr>
          <p:spPr>
            <a:xfrm>
              <a:off x="3364" y="3072"/>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200-751-9998</a:t>
              </a:r>
              <a:endParaRPr/>
            </a:p>
          </p:txBody>
        </p:sp>
        <p:cxnSp>
          <p:nvCxnSpPr>
            <p:cNvPr id="158" name="Google Shape;158;p5"/>
            <p:cNvCxnSpPr/>
            <p:nvPr/>
          </p:nvCxnSpPr>
          <p:spPr>
            <a:xfrm>
              <a:off x="3096" y="3168"/>
              <a:ext cx="268" cy="0"/>
            </a:xfrm>
            <a:prstGeom prst="straightConnector1">
              <a:avLst/>
            </a:prstGeom>
            <a:noFill/>
            <a:ln w="19050" cap="flat" cmpd="sng">
              <a:solidFill>
                <a:srgbClr val="40458C"/>
              </a:solidFill>
              <a:prstDash val="solid"/>
              <a:round/>
              <a:headEnd type="oval" w="med" len="med"/>
              <a:tailEnd type="triangle" w="med" len="med"/>
            </a:ln>
          </p:spPr>
        </p:cxnSp>
        <p:sp>
          <p:nvSpPr>
            <p:cNvPr id="159" name="Google Shape;159;p5"/>
            <p:cNvSpPr/>
            <p:nvPr/>
          </p:nvSpPr>
          <p:spPr>
            <a:xfrm>
              <a:off x="3360" y="1728"/>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025-612-0001</a:t>
              </a:r>
              <a:endParaRPr/>
            </a:p>
          </p:txBody>
        </p:sp>
        <p:cxnSp>
          <p:nvCxnSpPr>
            <p:cNvPr id="160" name="Google Shape;160;p5"/>
            <p:cNvCxnSpPr/>
            <p:nvPr/>
          </p:nvCxnSpPr>
          <p:spPr>
            <a:xfrm>
              <a:off x="3092" y="1824"/>
              <a:ext cx="268" cy="0"/>
            </a:xfrm>
            <a:prstGeom prst="straightConnector1">
              <a:avLst/>
            </a:prstGeom>
            <a:noFill/>
            <a:ln w="19050" cap="flat" cmpd="sng">
              <a:solidFill>
                <a:srgbClr val="40458C"/>
              </a:solidFill>
              <a:prstDash val="solid"/>
              <a:round/>
              <a:headEnd type="oval" w="med" len="med"/>
              <a:tailEnd type="triangle" w="med" len="med"/>
            </a:ln>
          </p:spPr>
        </p:cxnSp>
        <p:cxnSp>
          <p:nvCxnSpPr>
            <p:cNvPr id="161" name="Google Shape;161;p5"/>
            <p:cNvCxnSpPr/>
            <p:nvPr/>
          </p:nvCxnSpPr>
          <p:spPr>
            <a:xfrm>
              <a:off x="3072" y="2016"/>
              <a:ext cx="268" cy="0"/>
            </a:xfrm>
            <a:prstGeom prst="straightConnector1">
              <a:avLst/>
            </a:prstGeom>
            <a:noFill/>
            <a:ln w="19050" cap="flat" cmpd="sng">
              <a:solidFill>
                <a:srgbClr val="40458C"/>
              </a:solidFill>
              <a:prstDash val="solid"/>
              <a:round/>
              <a:headEnd type="oval" w="med" len="med"/>
              <a:tailEnd type="triangle" w="med" len="med"/>
            </a:ln>
          </p:spPr>
        </p:cxnSp>
      </p:grpSp>
      <p:sp>
        <p:nvSpPr>
          <p:cNvPr id="162" name="Google Shape;162;p5"/>
          <p:cNvSpPr txBox="1"/>
          <p:nvPr/>
        </p:nvSpPr>
        <p:spPr>
          <a:xfrm>
            <a:off x="6386199" y="4415795"/>
            <a:ext cx="990600" cy="3381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0458C"/>
              </a:buClr>
              <a:buSzPts val="1600"/>
              <a:buFont typeface="Noto Sans Symbols"/>
              <a:buNone/>
            </a:pPr>
            <a:r>
              <a:rPr lang="en-US" sz="1600" b="0" i="0" u="none" strike="noStrike" cap="none">
                <a:solidFill>
                  <a:srgbClr val="40458C"/>
                </a:solidFill>
                <a:latin typeface="Tahoma"/>
                <a:ea typeface="Tahoma"/>
                <a:cs typeface="Tahoma"/>
                <a:sym typeface="Tahoma"/>
              </a:rPr>
              <a:t>size</a:t>
            </a:r>
            <a:endParaRPr sz="2400" b="0" i="0" u="none" strike="noStrike" cap="none">
              <a:solidFill>
                <a:srgbClr val="40458C"/>
              </a:solidFill>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6"/>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6</a:t>
            </a:fld>
            <a:endParaRPr/>
          </a:p>
        </p:txBody>
      </p:sp>
      <p:sp>
        <p:nvSpPr>
          <p:cNvPr id="168" name="Google Shape;168;p6"/>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9" name="Google Shape;169;p6"/>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70" name="Google Shape;170;p6"/>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71" name="Google Shape;171;p6"/>
          <p:cNvSpPr txBox="1"/>
          <p:nvPr/>
        </p:nvSpPr>
        <p:spPr>
          <a:xfrm>
            <a:off x="312280" y="258763"/>
            <a:ext cx="77724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Hash Functions (§ 2.5.3)</a:t>
            </a:r>
            <a:endParaRPr/>
          </a:p>
        </p:txBody>
      </p:sp>
      <p:sp>
        <p:nvSpPr>
          <p:cNvPr id="172" name="Google Shape;172;p6" descr="Rectangle: Click to edit Master text styles&#10;Second level&#10;Third level&#10;Fourth level&#10;Fifth level"/>
          <p:cNvSpPr txBox="1"/>
          <p:nvPr/>
        </p:nvSpPr>
        <p:spPr>
          <a:xfrm>
            <a:off x="1247560" y="1624587"/>
            <a:ext cx="4419600" cy="3999836"/>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40458C"/>
                </a:solidFill>
                <a:latin typeface="Tahoma"/>
                <a:ea typeface="Tahoma"/>
                <a:cs typeface="Tahoma"/>
                <a:sym typeface="Tahoma"/>
              </a:rPr>
              <a:t>A hash function is usually specified as the composition of two functions:</a:t>
            </a:r>
            <a:endParaRPr/>
          </a:p>
          <a:p>
            <a:pPr marL="342900" marR="0" lvl="0" indent="-342900" algn="l" rtl="0">
              <a:lnSpc>
                <a:spcPct val="100000"/>
              </a:lnSpc>
              <a:spcBef>
                <a:spcPts val="560"/>
              </a:spcBef>
              <a:spcAft>
                <a:spcPts val="0"/>
              </a:spcAft>
              <a:buClr>
                <a:srgbClr val="6F89F7"/>
              </a:buClr>
              <a:buSzPts val="3080"/>
              <a:buFont typeface="Noto Sans Symbols"/>
              <a:buNone/>
            </a:pPr>
            <a:r>
              <a:rPr lang="en-US" sz="2800" b="0" i="0" u="none" strike="noStrike" cap="none">
                <a:solidFill>
                  <a:srgbClr val="40458C"/>
                </a:solidFill>
                <a:latin typeface="Tahoma"/>
                <a:ea typeface="Tahoma"/>
                <a:cs typeface="Tahoma"/>
                <a:sym typeface="Tahoma"/>
              </a:rPr>
              <a:t>	</a:t>
            </a:r>
            <a:r>
              <a:rPr lang="en-US" sz="2800" b="0" i="0" u="none" strike="noStrike" cap="none">
                <a:solidFill>
                  <a:srgbClr val="BE2D00"/>
                </a:solidFill>
                <a:latin typeface="Tahoma"/>
                <a:ea typeface="Tahoma"/>
                <a:cs typeface="Tahoma"/>
                <a:sym typeface="Tahoma"/>
              </a:rPr>
              <a:t>Hash code map</a:t>
            </a:r>
            <a:r>
              <a:rPr lang="en-US" sz="2800" b="0" i="0" u="none" strike="noStrike" cap="none">
                <a:solidFill>
                  <a:srgbClr val="40458C"/>
                </a:solidFill>
                <a:latin typeface="Tahoma"/>
                <a:ea typeface="Tahoma"/>
                <a:cs typeface="Tahoma"/>
                <a:sym typeface="Tahoma"/>
              </a:rPr>
              <a:t>:</a:t>
            </a:r>
            <a:br>
              <a:rPr lang="en-US" sz="2800" b="0" i="0" u="none" strike="noStrike" cap="none">
                <a:solidFill>
                  <a:srgbClr val="40458C"/>
                </a:solidFill>
                <a:latin typeface="Tahoma"/>
                <a:ea typeface="Tahoma"/>
                <a:cs typeface="Tahoma"/>
                <a:sym typeface="Tahoma"/>
              </a:rPr>
            </a:br>
            <a:r>
              <a:rPr lang="en-US" sz="2800" b="0" i="0" u="none" strike="noStrike" cap="none">
                <a:solidFill>
                  <a:srgbClr val="40458C"/>
                </a:solidFill>
                <a:latin typeface="Tahoma"/>
                <a:ea typeface="Tahoma"/>
                <a:cs typeface="Tahoma"/>
                <a:sym typeface="Tahoma"/>
              </a:rPr>
              <a:t>  </a:t>
            </a:r>
            <a:r>
              <a:rPr lang="en-US" sz="2800" b="1" i="1" u="none" strike="noStrike" cap="none">
                <a:solidFill>
                  <a:srgbClr val="40458C"/>
                </a:solidFill>
                <a:latin typeface="Times New Roman"/>
                <a:ea typeface="Times New Roman"/>
                <a:cs typeface="Times New Roman"/>
                <a:sym typeface="Times New Roman"/>
              </a:rPr>
              <a:t>h</a:t>
            </a:r>
            <a:r>
              <a:rPr lang="en-US" sz="2800" b="0" i="0" u="none" strike="noStrike" cap="none" baseline="-25000">
                <a:solidFill>
                  <a:srgbClr val="40458C"/>
                </a:solidFill>
                <a:latin typeface="Times New Roman"/>
                <a:ea typeface="Times New Roman"/>
                <a:cs typeface="Times New Roman"/>
                <a:sym typeface="Times New Roman"/>
              </a:rPr>
              <a:t>1</a:t>
            </a:r>
            <a:r>
              <a:rPr lang="en-US" sz="2800" b="0" i="0" u="none" strike="noStrike" cap="none">
                <a:solidFill>
                  <a:srgbClr val="40458C"/>
                </a:solidFill>
                <a:latin typeface="Times New Roman"/>
                <a:ea typeface="Times New Roman"/>
                <a:cs typeface="Times New Roman"/>
                <a:sym typeface="Times New Roman"/>
              </a:rPr>
              <a:t>:</a:t>
            </a:r>
            <a:r>
              <a:rPr lang="en-US" sz="2800" b="0" i="0" u="none" strike="noStrike" cap="none">
                <a:solidFill>
                  <a:srgbClr val="40458C"/>
                </a:solidFill>
                <a:latin typeface="Tahoma"/>
                <a:ea typeface="Tahoma"/>
                <a:cs typeface="Tahoma"/>
                <a:sym typeface="Tahoma"/>
              </a:rPr>
              <a:t> </a:t>
            </a:r>
            <a:r>
              <a:rPr lang="en-US" sz="2800" b="0" i="0" u="none" strike="noStrike" cap="none">
                <a:solidFill>
                  <a:srgbClr val="40458C"/>
                </a:solidFill>
                <a:latin typeface="Times New Roman"/>
                <a:ea typeface="Times New Roman"/>
                <a:cs typeface="Times New Roman"/>
                <a:sym typeface="Times New Roman"/>
              </a:rPr>
              <a:t>keys</a:t>
            </a:r>
            <a:r>
              <a:rPr lang="en-US" sz="2800" b="0" i="0" u="none" strike="noStrike" cap="none">
                <a:solidFill>
                  <a:srgbClr val="40458C"/>
                </a:solidFill>
                <a:latin typeface="Tahoma"/>
                <a:ea typeface="Tahoma"/>
                <a:cs typeface="Tahoma"/>
                <a:sym typeface="Tahoma"/>
              </a:rPr>
              <a:t> </a:t>
            </a:r>
            <a:r>
              <a:rPr lang="en-US" sz="2800" b="0" i="0" u="none" strike="noStrike" cap="none">
                <a:solidFill>
                  <a:srgbClr val="40458C"/>
                </a:solidFill>
                <a:latin typeface="Noto Sans Symbols"/>
                <a:ea typeface="Noto Sans Symbols"/>
                <a:cs typeface="Noto Sans Symbols"/>
                <a:sym typeface="Noto Sans Symbols"/>
              </a:rPr>
              <a:t>→</a:t>
            </a:r>
            <a:r>
              <a:rPr lang="en-US" sz="2800" b="0" i="0" u="none" strike="noStrike" cap="none">
                <a:solidFill>
                  <a:srgbClr val="40458C"/>
                </a:solidFill>
                <a:latin typeface="Tahoma"/>
                <a:ea typeface="Tahoma"/>
                <a:cs typeface="Tahoma"/>
                <a:sym typeface="Tahoma"/>
              </a:rPr>
              <a:t> </a:t>
            </a:r>
            <a:r>
              <a:rPr lang="en-US" sz="2800" b="0" i="0" u="none" strike="noStrike" cap="none">
                <a:solidFill>
                  <a:srgbClr val="40458C"/>
                </a:solidFill>
                <a:latin typeface="Times New Roman"/>
                <a:ea typeface="Times New Roman"/>
                <a:cs typeface="Times New Roman"/>
                <a:sym typeface="Times New Roman"/>
              </a:rPr>
              <a:t>integers</a:t>
            </a:r>
            <a:endParaRPr/>
          </a:p>
          <a:p>
            <a:pPr marL="342900" marR="0" lvl="0" indent="-342900" algn="l" rtl="0">
              <a:lnSpc>
                <a:spcPct val="100000"/>
              </a:lnSpc>
              <a:spcBef>
                <a:spcPts val="560"/>
              </a:spcBef>
              <a:spcAft>
                <a:spcPts val="0"/>
              </a:spcAft>
              <a:buClr>
                <a:srgbClr val="6F89F7"/>
              </a:buClr>
              <a:buSzPts val="3080"/>
              <a:buFont typeface="Noto Sans Symbols"/>
              <a:buNone/>
            </a:pPr>
            <a:r>
              <a:rPr lang="en-US" sz="2800" b="0" i="0" u="none" strike="noStrike" cap="none">
                <a:solidFill>
                  <a:srgbClr val="BE2D00"/>
                </a:solidFill>
                <a:latin typeface="Tahoma"/>
                <a:ea typeface="Tahoma"/>
                <a:cs typeface="Tahoma"/>
                <a:sym typeface="Tahoma"/>
              </a:rPr>
              <a:t>	Compression map</a:t>
            </a:r>
            <a:r>
              <a:rPr lang="en-US" sz="2800" b="0" i="0" u="none" strike="noStrike" cap="none">
                <a:solidFill>
                  <a:srgbClr val="40458C"/>
                </a:solidFill>
                <a:latin typeface="Tahoma"/>
                <a:ea typeface="Tahoma"/>
                <a:cs typeface="Tahoma"/>
                <a:sym typeface="Tahoma"/>
              </a:rPr>
              <a:t>:</a:t>
            </a:r>
            <a:br>
              <a:rPr lang="en-US" sz="2800" b="0" i="0" u="none" strike="noStrike" cap="none">
                <a:solidFill>
                  <a:srgbClr val="40458C"/>
                </a:solidFill>
                <a:latin typeface="Tahoma"/>
                <a:ea typeface="Tahoma"/>
                <a:cs typeface="Tahoma"/>
                <a:sym typeface="Tahoma"/>
              </a:rPr>
            </a:br>
            <a:r>
              <a:rPr lang="en-US" sz="2800" b="0" i="0" u="none" strike="noStrike" cap="none">
                <a:solidFill>
                  <a:srgbClr val="40458C"/>
                </a:solidFill>
                <a:latin typeface="Tahoma"/>
                <a:ea typeface="Tahoma"/>
                <a:cs typeface="Tahoma"/>
                <a:sym typeface="Tahoma"/>
              </a:rPr>
              <a:t>  </a:t>
            </a:r>
            <a:r>
              <a:rPr lang="en-US" sz="2800" b="1" i="1" u="none" strike="noStrike" cap="none">
                <a:solidFill>
                  <a:srgbClr val="40458C"/>
                </a:solidFill>
                <a:latin typeface="Times New Roman"/>
                <a:ea typeface="Times New Roman"/>
                <a:cs typeface="Times New Roman"/>
                <a:sym typeface="Times New Roman"/>
              </a:rPr>
              <a:t>h</a:t>
            </a:r>
            <a:r>
              <a:rPr lang="en-US" sz="2800" b="0" i="0" u="none" strike="noStrike" cap="none" baseline="-25000">
                <a:solidFill>
                  <a:srgbClr val="40458C"/>
                </a:solidFill>
                <a:latin typeface="Times New Roman"/>
                <a:ea typeface="Times New Roman"/>
                <a:cs typeface="Times New Roman"/>
                <a:sym typeface="Times New Roman"/>
              </a:rPr>
              <a:t>2</a:t>
            </a:r>
            <a:r>
              <a:rPr lang="en-US" sz="2800" b="0" i="0" u="none" strike="noStrike" cap="none">
                <a:solidFill>
                  <a:srgbClr val="40458C"/>
                </a:solidFill>
                <a:latin typeface="Times New Roman"/>
                <a:ea typeface="Times New Roman"/>
                <a:cs typeface="Times New Roman"/>
                <a:sym typeface="Times New Roman"/>
              </a:rPr>
              <a:t>: integers</a:t>
            </a:r>
            <a:r>
              <a:rPr lang="en-US" sz="2800" b="0" i="0" u="none" strike="noStrike" cap="none">
                <a:solidFill>
                  <a:srgbClr val="40458C"/>
                </a:solidFill>
                <a:latin typeface="Tahoma"/>
                <a:ea typeface="Tahoma"/>
                <a:cs typeface="Tahoma"/>
                <a:sym typeface="Tahoma"/>
              </a:rPr>
              <a:t> </a:t>
            </a:r>
            <a:r>
              <a:rPr lang="en-US" sz="2800" b="0" i="0" u="none" strike="noStrike" cap="none">
                <a:solidFill>
                  <a:srgbClr val="40458C"/>
                </a:solidFill>
                <a:latin typeface="Noto Sans Symbols"/>
                <a:ea typeface="Noto Sans Symbols"/>
                <a:cs typeface="Noto Sans Symbols"/>
                <a:sym typeface="Noto Sans Symbols"/>
              </a:rPr>
              <a:t>→</a:t>
            </a:r>
            <a:r>
              <a:rPr lang="en-US" sz="2800" b="0" i="0" u="none" strike="noStrike" cap="none">
                <a:solidFill>
                  <a:srgbClr val="40458C"/>
                </a:solidFill>
                <a:latin typeface="Times New Roman"/>
                <a:ea typeface="Times New Roman"/>
                <a:cs typeface="Times New Roman"/>
                <a:sym typeface="Times New Roman"/>
              </a:rPr>
              <a:t> [0, </a:t>
            </a:r>
            <a:r>
              <a:rPr lang="en-US" sz="2800" b="1" i="1" u="none" strike="noStrike" cap="none">
                <a:solidFill>
                  <a:srgbClr val="40458C"/>
                </a:solidFill>
                <a:latin typeface="Times New Roman"/>
                <a:ea typeface="Times New Roman"/>
                <a:cs typeface="Times New Roman"/>
                <a:sym typeface="Times New Roman"/>
              </a:rPr>
              <a:t>N</a:t>
            </a:r>
            <a:r>
              <a:rPr lang="en-US" sz="2800" b="1" i="1" u="none" strike="noStrike" cap="none">
                <a:solidFill>
                  <a:srgbClr val="40458C"/>
                </a:solidFill>
                <a:latin typeface="Noto Sans Symbols"/>
                <a:ea typeface="Noto Sans Symbols"/>
                <a:cs typeface="Noto Sans Symbols"/>
                <a:sym typeface="Noto Sans Symbols"/>
              </a:rPr>
              <a:t> </a:t>
            </a:r>
            <a:r>
              <a:rPr lang="en-US" sz="2800" b="0" i="0" u="none" strike="noStrike" cap="none">
                <a:solidFill>
                  <a:srgbClr val="40458C"/>
                </a:solidFill>
                <a:latin typeface="Noto Sans Symbols"/>
                <a:ea typeface="Noto Sans Symbols"/>
                <a:cs typeface="Noto Sans Symbols"/>
                <a:sym typeface="Noto Sans Symbols"/>
              </a:rPr>
              <a:t>− </a:t>
            </a:r>
            <a:r>
              <a:rPr lang="en-US" sz="2800" b="0" i="0" u="none" strike="noStrike" cap="none">
                <a:solidFill>
                  <a:srgbClr val="40458C"/>
                </a:solidFill>
                <a:latin typeface="Times New Roman"/>
                <a:ea typeface="Times New Roman"/>
                <a:cs typeface="Times New Roman"/>
                <a:sym typeface="Times New Roman"/>
              </a:rPr>
              <a:t>1]</a:t>
            </a:r>
            <a:endParaRPr/>
          </a:p>
        </p:txBody>
      </p:sp>
      <p:sp>
        <p:nvSpPr>
          <p:cNvPr id="173" name="Google Shape;173;p6" descr="Rectangle: Click to edit Master text styles&#10;Second level&#10;Third level&#10;Fourth level&#10;Fifth level"/>
          <p:cNvSpPr txBox="1"/>
          <p:nvPr/>
        </p:nvSpPr>
        <p:spPr>
          <a:xfrm>
            <a:off x="6382810" y="1624587"/>
            <a:ext cx="3505200" cy="449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The hash code map is applied first, and the compression map is applied next on the result, i.e., </a:t>
            </a:r>
            <a:br>
              <a:rPr lang="en-US" sz="2400" b="0" i="0" u="none" strike="noStrike" cap="none">
                <a:solidFill>
                  <a:srgbClr val="40458C"/>
                </a:solidFill>
                <a:latin typeface="Tahoma"/>
                <a:ea typeface="Tahoma"/>
                <a:cs typeface="Tahoma"/>
                <a:sym typeface="Tahoma"/>
              </a:rPr>
            </a:br>
            <a:r>
              <a:rPr lang="en-US" sz="2400" b="0" i="0" u="none" strike="noStrike" cap="none">
                <a:solidFill>
                  <a:srgbClr val="40458C"/>
                </a:solidFill>
                <a:latin typeface="Tahoma"/>
                <a:ea typeface="Tahoma"/>
                <a:cs typeface="Tahoma"/>
                <a:sym typeface="Tahoma"/>
              </a:rPr>
              <a:t>	</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 = </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baseline="-25000">
                <a:solidFill>
                  <a:srgbClr val="40458C"/>
                </a:solidFill>
                <a:latin typeface="Times New Roman"/>
                <a:ea typeface="Times New Roman"/>
                <a:cs typeface="Times New Roman"/>
                <a:sym typeface="Times New Roman"/>
              </a:rPr>
              <a:t>2</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baseline="-25000">
                <a:solidFill>
                  <a:srgbClr val="40458C"/>
                </a:solidFill>
                <a:latin typeface="Times New Roman"/>
                <a:ea typeface="Times New Roman"/>
                <a:cs typeface="Times New Roman"/>
                <a:sym typeface="Times New Roman"/>
              </a:rPr>
              <a:t>1</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a:t>
            </a:r>
            <a:endParaRPr/>
          </a:p>
          <a:p>
            <a:pPr marL="342900" marR="0" lvl="0" indent="-342900" algn="l" rtl="0">
              <a:lnSpc>
                <a:spcPct val="10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The goal of the hash function is to  “disperse”/scatter the keys in an random way. </a:t>
            </a:r>
            <a:r>
              <a:rPr lang="en-US" sz="1200" b="1" i="0" u="none" strike="noStrike" cap="none">
                <a:solidFill>
                  <a:srgbClr val="40458C"/>
                </a:solidFill>
                <a:latin typeface="Tahoma"/>
                <a:ea typeface="Tahoma"/>
                <a:cs typeface="Tahoma"/>
                <a:sym typeface="Tahoma"/>
              </a:rPr>
              <a:t>تجزئه</a:t>
            </a:r>
            <a:endParaRPr sz="1200" b="1" i="0" u="none" strike="noStrike" cap="none">
              <a:solidFill>
                <a:srgbClr val="40458C"/>
              </a:solidFill>
              <a:latin typeface="Times New Roman"/>
              <a:ea typeface="Times New Roman"/>
              <a:cs typeface="Times New Roman"/>
              <a:sym typeface="Times New Roman"/>
            </a:endParaRPr>
          </a:p>
          <a:p>
            <a:pPr marL="342900" marR="0" lvl="0" indent="-175260" algn="l" rtl="0">
              <a:lnSpc>
                <a:spcPct val="100000"/>
              </a:lnSpc>
              <a:spcBef>
                <a:spcPts val="480"/>
              </a:spcBef>
              <a:spcAft>
                <a:spcPts val="0"/>
              </a:spcAft>
              <a:buClr>
                <a:srgbClr val="6F89F7"/>
              </a:buClr>
              <a:buSzPts val="2640"/>
              <a:buFont typeface="Noto Sans Symbols"/>
              <a:buNone/>
            </a:pPr>
            <a:endParaRPr sz="2400" b="0" i="0" u="none" strike="noStrike" cap="none">
              <a:solidFill>
                <a:srgbClr val="40458C"/>
              </a:solidFill>
              <a:latin typeface="Tahoma"/>
              <a:ea typeface="Tahoma"/>
              <a:cs typeface="Tahoma"/>
              <a:sym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7"/>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7</a:t>
            </a:fld>
            <a:endParaRPr/>
          </a:p>
        </p:txBody>
      </p:sp>
      <p:sp>
        <p:nvSpPr>
          <p:cNvPr id="179" name="Google Shape;179;p7"/>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7"/>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81" name="Google Shape;181;p7"/>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82" name="Google Shape;182;p7"/>
          <p:cNvSpPr txBox="1"/>
          <p:nvPr/>
        </p:nvSpPr>
        <p:spPr>
          <a:xfrm>
            <a:off x="432423" y="-244963"/>
            <a:ext cx="64770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FF0000"/>
              </a:buClr>
              <a:buSzPts val="4400"/>
              <a:buFont typeface="Tahoma"/>
              <a:buNone/>
            </a:pPr>
            <a:r>
              <a:rPr lang="en-US" sz="4400" b="0" i="0" u="none" strike="noStrike" cap="none">
                <a:solidFill>
                  <a:srgbClr val="FF0000"/>
                </a:solidFill>
                <a:latin typeface="Tahoma"/>
                <a:ea typeface="Tahoma"/>
                <a:cs typeface="Tahoma"/>
                <a:sym typeface="Tahoma"/>
              </a:rPr>
              <a:t>Hash</a:t>
            </a:r>
            <a:r>
              <a:rPr lang="en-US" sz="4400" b="0" i="0" u="none" strike="noStrike" cap="none">
                <a:solidFill>
                  <a:srgbClr val="BE2D00"/>
                </a:solidFill>
                <a:latin typeface="Tahoma"/>
                <a:ea typeface="Tahoma"/>
                <a:cs typeface="Tahoma"/>
                <a:sym typeface="Tahoma"/>
              </a:rPr>
              <a:t> </a:t>
            </a:r>
            <a:r>
              <a:rPr lang="en-US" sz="4400" b="0" i="0" u="none" strike="noStrike" cap="none">
                <a:solidFill>
                  <a:srgbClr val="1F3864"/>
                </a:solidFill>
                <a:latin typeface="Tahoma"/>
                <a:ea typeface="Tahoma"/>
                <a:cs typeface="Tahoma"/>
                <a:sym typeface="Tahoma"/>
              </a:rPr>
              <a:t>Code Maps (§2.5.3)</a:t>
            </a:r>
            <a:endParaRPr/>
          </a:p>
        </p:txBody>
      </p:sp>
      <p:sp>
        <p:nvSpPr>
          <p:cNvPr id="183" name="Google Shape;183;p7" descr="Rectangle: Click to edit Master text styles&#10;Second level&#10;Third level&#10;Fourth level&#10;Fifth level"/>
          <p:cNvSpPr txBox="1"/>
          <p:nvPr/>
        </p:nvSpPr>
        <p:spPr>
          <a:xfrm>
            <a:off x="713232" y="1403856"/>
            <a:ext cx="4827863" cy="4658616"/>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640"/>
              <a:buFont typeface="Noto Sans Symbols"/>
              <a:buChar char="•"/>
            </a:pPr>
            <a:r>
              <a:rPr lang="en-US" sz="2400" b="0" i="0" u="none" strike="noStrike" cap="none">
                <a:solidFill>
                  <a:srgbClr val="BE2D00"/>
                </a:solidFill>
                <a:latin typeface="Tahoma"/>
                <a:ea typeface="Tahoma"/>
                <a:cs typeface="Tahoma"/>
                <a:sym typeface="Tahoma"/>
              </a:rPr>
              <a:t>Memory address</a:t>
            </a:r>
            <a:r>
              <a:rPr lang="en-US" sz="2400" b="0" i="0" u="none" strike="noStrike" cap="none">
                <a:solidFill>
                  <a:srgbClr val="40458C"/>
                </a:solidFill>
                <a:latin typeface="Tahoma"/>
                <a:ea typeface="Tahoma"/>
                <a:cs typeface="Tahoma"/>
                <a:sym typeface="Tahoma"/>
              </a:rPr>
              <a:t>:</a:t>
            </a:r>
            <a:endParaRPr/>
          </a:p>
          <a:p>
            <a:pPr marL="361950" marR="0" lvl="1" indent="-180975"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reinterpret the memory address of the key object as an integer (default hash code of all Java objects)</a:t>
            </a:r>
            <a:endParaRPr/>
          </a:p>
          <a:p>
            <a:pPr marL="361950" marR="0" lvl="1" indent="-180975"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Good in general, except for numeric and string keys </a:t>
            </a:r>
            <a:r>
              <a:rPr lang="en-US" sz="2000" b="0" i="0" u="none" strike="noStrike" cap="none">
                <a:solidFill>
                  <a:srgbClr val="FF0000"/>
                </a:solidFill>
                <a:latin typeface="Tahoma"/>
                <a:ea typeface="Tahoma"/>
                <a:cs typeface="Tahoma"/>
                <a:sym typeface="Tahoma"/>
              </a:rPr>
              <a:t>(ex. tops, pots</a:t>
            </a:r>
            <a:r>
              <a:rPr lang="en-US" sz="2000" b="0" i="0" u="none" strike="noStrike" cap="none">
                <a:solidFill>
                  <a:srgbClr val="40458C"/>
                </a:solidFill>
                <a:latin typeface="Tahoma"/>
                <a:ea typeface="Tahoma"/>
                <a:cs typeface="Tahoma"/>
                <a:sym typeface="Tahoma"/>
              </a:rPr>
              <a:t>), same binary code.</a:t>
            </a:r>
            <a:endParaRPr/>
          </a:p>
          <a:p>
            <a:pPr marL="361950" marR="0" lvl="0" indent="-180974" algn="l" rtl="0">
              <a:lnSpc>
                <a:spcPct val="90000"/>
              </a:lnSpc>
              <a:spcBef>
                <a:spcPts val="480"/>
              </a:spcBef>
              <a:spcAft>
                <a:spcPts val="0"/>
              </a:spcAft>
              <a:buClr>
                <a:srgbClr val="6F89F7"/>
              </a:buClr>
              <a:buSzPts val="2640"/>
              <a:buFont typeface="Noto Sans Symbols"/>
              <a:buChar char="•"/>
            </a:pPr>
            <a:r>
              <a:rPr lang="en-US" sz="2400" b="0" i="0" u="none" strike="noStrike" cap="none">
                <a:solidFill>
                  <a:srgbClr val="BE2D00"/>
                </a:solidFill>
                <a:latin typeface="Tahoma"/>
                <a:ea typeface="Tahoma"/>
                <a:cs typeface="Tahoma"/>
                <a:sym typeface="Tahoma"/>
              </a:rPr>
              <a:t>Integer cast</a:t>
            </a:r>
            <a:r>
              <a:rPr lang="en-US" sz="2400" b="0" i="0" u="none" strike="noStrike" cap="none">
                <a:solidFill>
                  <a:srgbClr val="40458C"/>
                </a:solidFill>
                <a:latin typeface="Tahoma"/>
                <a:ea typeface="Tahoma"/>
                <a:cs typeface="Tahoma"/>
                <a:sym typeface="Tahoma"/>
              </a:rPr>
              <a:t>:</a:t>
            </a:r>
            <a:endParaRPr/>
          </a:p>
          <a:p>
            <a:pPr marL="361950" marR="0" lvl="1" indent="-180975"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reinterpret the bits of the key as an integer</a:t>
            </a:r>
            <a:endParaRPr/>
          </a:p>
          <a:p>
            <a:pPr marL="361950" marR="0" lvl="1" indent="-180975"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Suitable for keys of length less than or equal to the number of bits of the integer type (e.g., byte, short, int and float in Java)</a:t>
            </a:r>
            <a:endParaRPr/>
          </a:p>
        </p:txBody>
      </p:sp>
      <p:sp>
        <p:nvSpPr>
          <p:cNvPr id="184" name="Google Shape;184;p7" descr="Rectangle: Click to edit Master text styles&#10;Second level&#10;Third level&#10;Fourth level&#10;Fifth level"/>
          <p:cNvSpPr txBox="1"/>
          <p:nvPr/>
        </p:nvSpPr>
        <p:spPr>
          <a:xfrm>
            <a:off x="5916017" y="1403856"/>
            <a:ext cx="4267200" cy="449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BE2D00"/>
                </a:solidFill>
                <a:latin typeface="Tahoma"/>
                <a:ea typeface="Tahoma"/>
                <a:cs typeface="Tahoma"/>
                <a:sym typeface="Tahoma"/>
              </a:rPr>
              <a:t>Component sum</a:t>
            </a:r>
            <a:r>
              <a:rPr lang="en-US" sz="2400" b="0" i="0" u="none" strike="noStrike" cap="none">
                <a:solidFill>
                  <a:srgbClr val="40458C"/>
                </a:solidFill>
                <a:latin typeface="Tahoma"/>
                <a:ea typeface="Tahoma"/>
                <a:cs typeface="Tahoma"/>
                <a:sym typeface="Tahoma"/>
              </a:rPr>
              <a:t>:</a:t>
            </a:r>
            <a:endParaRPr/>
          </a:p>
          <a:p>
            <a:pPr marL="447675" marR="0" lvl="1" indent="-276225" algn="l" rtl="0">
              <a:lnSpc>
                <a:spcPct val="10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partition the bits of the key into components of fixed length (e.g., 16 or 32 bits) and we sum the components (ignoring overflows).</a:t>
            </a:r>
            <a:endParaRPr/>
          </a:p>
          <a:p>
            <a:pPr marL="447675" marR="0" lvl="1" indent="-276225" algn="l" rtl="0">
              <a:lnSpc>
                <a:spcPct val="10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Suitable for numeric keys of fixed length greater than or equal to the number of bits of the integer type (e.g., long and double in Java).</a:t>
            </a:r>
            <a:endParaRPr/>
          </a:p>
          <a:p>
            <a:pPr marL="447675" marR="0" lvl="1" indent="-276225" algn="l" rtl="0">
              <a:lnSpc>
                <a:spcPct val="10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The summation is Hash code is not good why? </a:t>
            </a:r>
            <a:r>
              <a:rPr lang="en-US" sz="2000" b="0" i="0" u="none" strike="noStrike" cap="none">
                <a:solidFill>
                  <a:srgbClr val="C00000"/>
                </a:solidFill>
                <a:latin typeface="Tahoma"/>
                <a:ea typeface="Tahoma"/>
                <a:cs typeface="Tahoma"/>
                <a:sym typeface="Tahoma"/>
              </a:rPr>
              <a:t>see page 118. </a:t>
            </a:r>
            <a:endParaRPr sz="2000" b="0" i="0" u="none" strike="noStrike" cap="none">
              <a:solidFill>
                <a:srgbClr val="40458C"/>
              </a:solidFill>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8"/>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8</a:t>
            </a:fld>
            <a:endParaRPr/>
          </a:p>
        </p:txBody>
      </p:sp>
      <p:sp>
        <p:nvSpPr>
          <p:cNvPr id="190" name="Google Shape;190;p8"/>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1" name="Google Shape;191;p8"/>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192" name="Google Shape;192;p8"/>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193" name="Google Shape;193;p8"/>
          <p:cNvSpPr txBox="1"/>
          <p:nvPr/>
        </p:nvSpPr>
        <p:spPr>
          <a:xfrm>
            <a:off x="538402" y="60594"/>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Hash Code Maps (cont.)</a:t>
            </a:r>
            <a:endParaRPr/>
          </a:p>
        </p:txBody>
      </p:sp>
      <p:sp>
        <p:nvSpPr>
          <p:cNvPr id="194" name="Google Shape;194;p8" descr="Rectangle: Click to edit Master text styles&#10;Second level&#10;Third level&#10;Fourth level&#10;Fifth level"/>
          <p:cNvSpPr txBox="1"/>
          <p:nvPr/>
        </p:nvSpPr>
        <p:spPr>
          <a:xfrm>
            <a:off x="877824" y="1685925"/>
            <a:ext cx="4905756" cy="449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640"/>
              <a:buFont typeface="Noto Sans Symbols"/>
              <a:buChar char="•"/>
            </a:pPr>
            <a:r>
              <a:rPr lang="en-US" sz="2400" b="0" i="0" u="none" strike="noStrike" cap="none">
                <a:solidFill>
                  <a:srgbClr val="BE2D00"/>
                </a:solidFill>
                <a:latin typeface="Tahoma"/>
                <a:ea typeface="Tahoma"/>
                <a:cs typeface="Tahoma"/>
                <a:sym typeface="Tahoma"/>
              </a:rPr>
              <a:t>Polynomial accumulation</a:t>
            </a:r>
            <a:r>
              <a:rPr lang="en-US" sz="2400" b="0" i="0" u="none" strike="noStrike" cap="none">
                <a:solidFill>
                  <a:srgbClr val="40458C"/>
                </a:solidFill>
                <a:latin typeface="Tahoma"/>
                <a:ea typeface="Tahoma"/>
                <a:cs typeface="Tahoma"/>
                <a:sym typeface="Tahoma"/>
              </a:rPr>
              <a:t>:</a:t>
            </a:r>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partition the bits of the key into a sequence of components of fixed length (e.g., 8, 16 or 32 bits)</a:t>
            </a:r>
            <a:br>
              <a:rPr lang="en-US" sz="2000" b="0" i="0" u="none" strike="noStrike" cap="none">
                <a:solidFill>
                  <a:srgbClr val="40458C"/>
                </a:solidFill>
                <a:latin typeface="Tahoma"/>
                <a:ea typeface="Tahoma"/>
                <a:cs typeface="Tahoma"/>
                <a:sym typeface="Tahoma"/>
              </a:rPr>
            </a:br>
            <a:r>
              <a:rPr lang="en-US" sz="2000" b="0" i="0" u="none" strike="noStrike" cap="none">
                <a:solidFill>
                  <a:srgbClr val="40458C"/>
                </a:solidFill>
                <a:latin typeface="Tahoma"/>
                <a:ea typeface="Tahoma"/>
                <a:cs typeface="Tahoma"/>
                <a:sym typeface="Tahoma"/>
              </a:rPr>
              <a:t> 		</a:t>
            </a:r>
            <a:r>
              <a:rPr lang="en-US" sz="2000" b="1" i="1" u="none" strike="noStrike" cap="none">
                <a:solidFill>
                  <a:srgbClr val="40458C"/>
                </a:solidFill>
                <a:latin typeface="Times New Roman"/>
                <a:ea typeface="Times New Roman"/>
                <a:cs typeface="Times New Roman"/>
                <a:sym typeface="Times New Roman"/>
              </a:rPr>
              <a:t>a</a:t>
            </a:r>
            <a:r>
              <a:rPr lang="en-US" sz="2000" b="0" i="0" u="none" strike="noStrike" cap="none" baseline="-25000">
                <a:solidFill>
                  <a:srgbClr val="40458C"/>
                </a:solidFill>
                <a:latin typeface="Times New Roman"/>
                <a:ea typeface="Times New Roman"/>
                <a:cs typeface="Times New Roman"/>
                <a:sym typeface="Times New Roman"/>
              </a:rPr>
              <a:t>0 </a:t>
            </a:r>
            <a:r>
              <a:rPr lang="en-US" sz="2000" b="1" i="1" u="none" strike="noStrike" cap="none">
                <a:solidFill>
                  <a:srgbClr val="40458C"/>
                </a:solidFill>
                <a:latin typeface="Times New Roman"/>
                <a:ea typeface="Times New Roman"/>
                <a:cs typeface="Times New Roman"/>
                <a:sym typeface="Times New Roman"/>
              </a:rPr>
              <a:t>a</a:t>
            </a:r>
            <a:r>
              <a:rPr lang="en-US" sz="2000" b="0" i="0" u="none" strike="noStrike" cap="none" baseline="-25000">
                <a:solidFill>
                  <a:srgbClr val="40458C"/>
                </a:solidFill>
                <a:latin typeface="Times New Roman"/>
                <a:ea typeface="Times New Roman"/>
                <a:cs typeface="Times New Roman"/>
                <a:sym typeface="Times New Roman"/>
              </a:rPr>
              <a:t>1</a:t>
            </a:r>
            <a:r>
              <a:rPr lang="en-US" sz="2000" b="0" i="0" u="none" strike="noStrike" cap="none">
                <a:solidFill>
                  <a:srgbClr val="40458C"/>
                </a:solidFill>
                <a:latin typeface="Times New Roman"/>
                <a:ea typeface="Times New Roman"/>
                <a:cs typeface="Times New Roman"/>
                <a:sym typeface="Times New Roman"/>
              </a:rPr>
              <a:t> … </a:t>
            </a:r>
            <a:r>
              <a:rPr lang="en-US" sz="2000" b="1" i="1" u="none" strike="noStrike" cap="none">
                <a:solidFill>
                  <a:srgbClr val="40458C"/>
                </a:solidFill>
                <a:latin typeface="Times New Roman"/>
                <a:ea typeface="Times New Roman"/>
                <a:cs typeface="Times New Roman"/>
                <a:sym typeface="Times New Roman"/>
              </a:rPr>
              <a:t>a</a:t>
            </a:r>
            <a:r>
              <a:rPr lang="en-US" sz="2000" b="1" i="1" u="none" strike="noStrike" cap="none" baseline="-25000">
                <a:solidFill>
                  <a:srgbClr val="40458C"/>
                </a:solidFill>
                <a:latin typeface="Times New Roman"/>
                <a:ea typeface="Times New Roman"/>
                <a:cs typeface="Times New Roman"/>
                <a:sym typeface="Times New Roman"/>
              </a:rPr>
              <a:t>n</a:t>
            </a:r>
            <a:r>
              <a:rPr lang="en-US" sz="2000" b="0" i="0" u="none" strike="noStrike" cap="none" baseline="-25000">
                <a:solidFill>
                  <a:srgbClr val="40458C"/>
                </a:solidFill>
                <a:latin typeface="Noto Sans Symbols"/>
                <a:ea typeface="Noto Sans Symbols"/>
                <a:cs typeface="Noto Sans Symbols"/>
                <a:sym typeface="Noto Sans Symbols"/>
              </a:rPr>
              <a:t>−</a:t>
            </a:r>
            <a:r>
              <a:rPr lang="en-US" sz="2000" b="0" i="0" u="none" strike="noStrike" cap="none" baseline="-25000">
                <a:solidFill>
                  <a:srgbClr val="40458C"/>
                </a:solidFill>
                <a:latin typeface="Times New Roman"/>
                <a:ea typeface="Times New Roman"/>
                <a:cs typeface="Times New Roman"/>
                <a:sym typeface="Times New Roman"/>
              </a:rPr>
              <a:t>1</a:t>
            </a:r>
            <a:endParaRPr sz="2000" b="0" i="0" u="none" strike="noStrike" cap="none">
              <a:solidFill>
                <a:srgbClr val="40458C"/>
              </a:solidFill>
              <a:latin typeface="Tahoma"/>
              <a:ea typeface="Tahoma"/>
              <a:cs typeface="Tahoma"/>
              <a:sym typeface="Tahoma"/>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evaluate the polynomial</a:t>
            </a:r>
            <a:endParaRPr/>
          </a:p>
          <a:p>
            <a:pPr marL="742950" marR="0" lvl="1" indent="-285750" algn="l" rtl="0">
              <a:lnSpc>
                <a:spcPct val="90000"/>
              </a:lnSpc>
              <a:spcBef>
                <a:spcPts val="400"/>
              </a:spcBef>
              <a:spcAft>
                <a:spcPts val="0"/>
              </a:spcAft>
              <a:buClr>
                <a:srgbClr val="40458C"/>
              </a:buClr>
              <a:buSzPts val="1200"/>
              <a:buFont typeface="Noto Sans Symbols"/>
              <a:buNone/>
            </a:pPr>
            <a:r>
              <a:rPr lang="en-US" sz="2000" b="1" i="1" u="none" strike="noStrike" cap="none">
                <a:solidFill>
                  <a:srgbClr val="40458C"/>
                </a:solidFill>
                <a:latin typeface="Times New Roman"/>
                <a:ea typeface="Times New Roman"/>
                <a:cs typeface="Times New Roman"/>
                <a:sym typeface="Times New Roman"/>
              </a:rPr>
              <a:t>	p</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z</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1" i="1" u="none" strike="noStrike" cap="none">
                <a:solidFill>
                  <a:srgbClr val="40458C"/>
                </a:solidFill>
                <a:latin typeface="Times New Roman"/>
                <a:ea typeface="Times New Roman"/>
                <a:cs typeface="Times New Roman"/>
                <a:sym typeface="Times New Roman"/>
              </a:rPr>
              <a:t> a</a:t>
            </a:r>
            <a:r>
              <a:rPr lang="en-US" sz="2000" b="0" i="0" u="none" strike="noStrike" cap="none" baseline="-25000">
                <a:solidFill>
                  <a:srgbClr val="40458C"/>
                </a:solidFill>
                <a:latin typeface="Times New Roman"/>
                <a:ea typeface="Times New Roman"/>
                <a:cs typeface="Times New Roman"/>
                <a:sym typeface="Times New Roman"/>
              </a:rPr>
              <a:t>0</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0" i="0" u="none" strike="noStrike" cap="none">
                <a:solidFill>
                  <a:srgbClr val="40458C"/>
                </a:solidFill>
                <a:latin typeface="Times New Roman"/>
                <a:ea typeface="Times New Roman"/>
                <a:cs typeface="Times New Roman"/>
                <a:sym typeface="Times New Roman"/>
              </a:rPr>
              <a:t> </a:t>
            </a:r>
            <a:r>
              <a:rPr lang="en-US" sz="2000" b="1" i="1" u="none" strike="noStrike" cap="none">
                <a:solidFill>
                  <a:srgbClr val="40458C"/>
                </a:solidFill>
                <a:latin typeface="Times New Roman"/>
                <a:ea typeface="Times New Roman"/>
                <a:cs typeface="Times New Roman"/>
                <a:sym typeface="Times New Roman"/>
              </a:rPr>
              <a:t>a</a:t>
            </a:r>
            <a:r>
              <a:rPr lang="en-US" sz="2000" b="0" i="0" u="none" strike="noStrike" cap="none" baseline="-25000">
                <a:solidFill>
                  <a:srgbClr val="40458C"/>
                </a:solidFill>
                <a:latin typeface="Times New Roman"/>
                <a:ea typeface="Times New Roman"/>
                <a:cs typeface="Times New Roman"/>
                <a:sym typeface="Times New Roman"/>
              </a:rPr>
              <a:t>1 </a:t>
            </a:r>
            <a:r>
              <a:rPr lang="en-US" sz="2000" b="1" i="1" u="none" strike="noStrike" cap="none">
                <a:solidFill>
                  <a:srgbClr val="40458C"/>
                </a:solidFill>
                <a:latin typeface="Times New Roman"/>
                <a:ea typeface="Times New Roman"/>
                <a:cs typeface="Times New Roman"/>
                <a:sym typeface="Times New Roman"/>
              </a:rPr>
              <a:t>z</a:t>
            </a:r>
            <a:r>
              <a:rPr lang="en-US" sz="2000" b="0" i="0" u="none" strike="noStrike" cap="none" baseline="-25000">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0" i="0" u="none" strike="noStrike" cap="none">
                <a:solidFill>
                  <a:srgbClr val="40458C"/>
                </a:solidFill>
                <a:latin typeface="Times New Roman"/>
                <a:ea typeface="Times New Roman"/>
                <a:cs typeface="Times New Roman"/>
                <a:sym typeface="Times New Roman"/>
              </a:rPr>
              <a:t> </a:t>
            </a:r>
            <a:r>
              <a:rPr lang="en-US" sz="2000" b="1" i="1" u="none" strike="noStrike" cap="none">
                <a:solidFill>
                  <a:srgbClr val="40458C"/>
                </a:solidFill>
                <a:latin typeface="Times New Roman"/>
                <a:ea typeface="Times New Roman"/>
                <a:cs typeface="Times New Roman"/>
                <a:sym typeface="Times New Roman"/>
              </a:rPr>
              <a:t>a</a:t>
            </a:r>
            <a:r>
              <a:rPr lang="en-US" sz="2000" b="0" i="0" u="none" strike="noStrike" cap="none" baseline="-25000">
                <a:solidFill>
                  <a:srgbClr val="40458C"/>
                </a:solidFill>
                <a:latin typeface="Times New Roman"/>
                <a:ea typeface="Times New Roman"/>
                <a:cs typeface="Times New Roman"/>
                <a:sym typeface="Times New Roman"/>
              </a:rPr>
              <a:t>2 </a:t>
            </a:r>
            <a:r>
              <a:rPr lang="en-US" sz="2000" b="1" i="1" u="none" strike="noStrike" cap="none">
                <a:solidFill>
                  <a:srgbClr val="40458C"/>
                </a:solidFill>
                <a:latin typeface="Times New Roman"/>
                <a:ea typeface="Times New Roman"/>
                <a:cs typeface="Times New Roman"/>
                <a:sym typeface="Times New Roman"/>
              </a:rPr>
              <a:t>z</a:t>
            </a:r>
            <a:r>
              <a:rPr lang="en-US" sz="2000" b="0" i="0" u="none" strike="noStrike" cap="none" baseline="30000">
                <a:solidFill>
                  <a:srgbClr val="40458C"/>
                </a:solidFill>
                <a:latin typeface="Times New Roman"/>
                <a:ea typeface="Times New Roman"/>
                <a:cs typeface="Times New Roman"/>
                <a:sym typeface="Times New Roman"/>
              </a:rPr>
              <a:t>2</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0" i="0" u="none" strike="noStrike" cap="none">
                <a:solidFill>
                  <a:srgbClr val="40458C"/>
                </a:solidFill>
                <a:latin typeface="Times New Roman"/>
                <a:ea typeface="Times New Roman"/>
                <a:cs typeface="Times New Roman"/>
                <a:sym typeface="Times New Roman"/>
              </a:rPr>
              <a:t> … </a:t>
            </a:r>
            <a:br>
              <a:rPr lang="en-US" sz="2000" b="0" i="0" u="none" strike="noStrike" cap="none">
                <a:solidFill>
                  <a:srgbClr val="40458C"/>
                </a:solidFill>
                <a:latin typeface="Times New Roman"/>
                <a:ea typeface="Times New Roman"/>
                <a:cs typeface="Times New Roman"/>
                <a:sym typeface="Times New Roman"/>
              </a:rPr>
            </a:br>
            <a:r>
              <a:rPr lang="en-US" sz="2000" b="0" i="0" u="none" strike="noStrike" cap="none">
                <a:solidFill>
                  <a:srgbClr val="40458C"/>
                </a:solidFill>
                <a:latin typeface="Times New Roman"/>
                <a:ea typeface="Times New Roman"/>
                <a:cs typeface="Times New Roman"/>
                <a:sym typeface="Times New Roman"/>
              </a:rPr>
              <a:t>			 … </a:t>
            </a:r>
            <a:r>
              <a:rPr lang="en-US" sz="2000" b="0" i="0" u="none" strike="noStrike" cap="none">
                <a:solidFill>
                  <a:srgbClr val="40458C"/>
                </a:solidFill>
                <a:latin typeface="Noto Sans Symbols"/>
                <a:ea typeface="Noto Sans Symbols"/>
                <a:cs typeface="Noto Sans Symbols"/>
                <a:sym typeface="Noto Sans Symbols"/>
              </a:rPr>
              <a:t>+</a:t>
            </a:r>
            <a:r>
              <a:rPr lang="en-US" sz="2000" b="0" i="0" u="none" strike="noStrike" cap="none">
                <a:solidFill>
                  <a:srgbClr val="40458C"/>
                </a:solidFill>
                <a:latin typeface="Times New Roman"/>
                <a:ea typeface="Times New Roman"/>
                <a:cs typeface="Times New Roman"/>
                <a:sym typeface="Times New Roman"/>
              </a:rPr>
              <a:t> </a:t>
            </a:r>
            <a:r>
              <a:rPr lang="en-US" sz="2000" b="1" i="1" u="none" strike="noStrike" cap="none">
                <a:solidFill>
                  <a:srgbClr val="40458C"/>
                </a:solidFill>
                <a:latin typeface="Times New Roman"/>
                <a:ea typeface="Times New Roman"/>
                <a:cs typeface="Times New Roman"/>
                <a:sym typeface="Times New Roman"/>
              </a:rPr>
              <a:t>a</a:t>
            </a:r>
            <a:r>
              <a:rPr lang="en-US" sz="2000" b="1" i="1" u="none" strike="noStrike" cap="none" baseline="-25000">
                <a:solidFill>
                  <a:srgbClr val="40458C"/>
                </a:solidFill>
                <a:latin typeface="Times New Roman"/>
                <a:ea typeface="Times New Roman"/>
                <a:cs typeface="Times New Roman"/>
                <a:sym typeface="Times New Roman"/>
              </a:rPr>
              <a:t>n</a:t>
            </a:r>
            <a:r>
              <a:rPr lang="en-US" sz="2000" b="0" i="0" u="none" strike="noStrike" cap="none" baseline="-25000">
                <a:solidFill>
                  <a:srgbClr val="40458C"/>
                </a:solidFill>
                <a:latin typeface="Noto Sans Symbols"/>
                <a:ea typeface="Noto Sans Symbols"/>
                <a:cs typeface="Noto Sans Symbols"/>
                <a:sym typeface="Noto Sans Symbols"/>
              </a:rPr>
              <a:t>−</a:t>
            </a:r>
            <a:r>
              <a:rPr lang="en-US" sz="2000" b="0" i="0" u="none" strike="noStrike" cap="none" baseline="-25000">
                <a:solidFill>
                  <a:srgbClr val="40458C"/>
                </a:solidFill>
                <a:latin typeface="Times New Roman"/>
                <a:ea typeface="Times New Roman"/>
                <a:cs typeface="Times New Roman"/>
                <a:sym typeface="Times New Roman"/>
              </a:rPr>
              <a:t>1</a:t>
            </a:r>
            <a:r>
              <a:rPr lang="en-US" sz="2000" b="1" i="1" u="none" strike="noStrike" cap="none">
                <a:solidFill>
                  <a:srgbClr val="40458C"/>
                </a:solidFill>
                <a:latin typeface="Times New Roman"/>
                <a:ea typeface="Times New Roman"/>
                <a:cs typeface="Times New Roman"/>
                <a:sym typeface="Times New Roman"/>
              </a:rPr>
              <a:t>z</a:t>
            </a:r>
            <a:r>
              <a:rPr lang="en-US" sz="2000" b="1" i="1" u="none" strike="noStrike" cap="none" baseline="30000">
                <a:solidFill>
                  <a:srgbClr val="40458C"/>
                </a:solidFill>
                <a:latin typeface="Times New Roman"/>
                <a:ea typeface="Times New Roman"/>
                <a:cs typeface="Times New Roman"/>
                <a:sym typeface="Times New Roman"/>
              </a:rPr>
              <a:t>n</a:t>
            </a:r>
            <a:r>
              <a:rPr lang="en-US" sz="2000" b="0" i="0" u="none" strike="noStrike" cap="none" baseline="30000">
                <a:solidFill>
                  <a:srgbClr val="40458C"/>
                </a:solidFill>
                <a:latin typeface="Noto Sans Symbols"/>
                <a:ea typeface="Noto Sans Symbols"/>
                <a:cs typeface="Noto Sans Symbols"/>
                <a:sym typeface="Noto Sans Symbols"/>
              </a:rPr>
              <a:t>−</a:t>
            </a:r>
            <a:r>
              <a:rPr lang="en-US" sz="2000" b="0" i="0" u="none" strike="noStrike" cap="none" baseline="30000">
                <a:solidFill>
                  <a:srgbClr val="40458C"/>
                </a:solidFill>
                <a:latin typeface="Times New Roman"/>
                <a:ea typeface="Times New Roman"/>
                <a:cs typeface="Times New Roman"/>
                <a:sym typeface="Times New Roman"/>
              </a:rPr>
              <a:t>1</a:t>
            </a:r>
            <a:endParaRPr/>
          </a:p>
          <a:p>
            <a:pPr marL="742950" marR="0" lvl="1" indent="-285750" algn="l" rtl="0">
              <a:lnSpc>
                <a:spcPct val="90000"/>
              </a:lnSpc>
              <a:spcBef>
                <a:spcPts val="400"/>
              </a:spcBef>
              <a:spcAft>
                <a:spcPts val="0"/>
              </a:spcAft>
              <a:buClr>
                <a:srgbClr val="40458C"/>
              </a:buClr>
              <a:buSzPts val="1200"/>
              <a:buFont typeface="Noto Sans Symbols"/>
              <a:buNone/>
            </a:pPr>
            <a:r>
              <a:rPr lang="en-US" sz="2000" b="0" i="0" u="none" strike="noStrike" cap="none">
                <a:solidFill>
                  <a:srgbClr val="40458C"/>
                </a:solidFill>
                <a:latin typeface="Tahoma"/>
                <a:ea typeface="Tahoma"/>
                <a:cs typeface="Tahoma"/>
                <a:sym typeface="Tahoma"/>
              </a:rPr>
              <a:t>	at a fixed value </a:t>
            </a:r>
            <a:r>
              <a:rPr lang="en-US" sz="2000" b="1" i="1" u="none" strike="noStrike" cap="none">
                <a:solidFill>
                  <a:srgbClr val="40458C"/>
                </a:solidFill>
                <a:latin typeface="Times New Roman"/>
                <a:ea typeface="Times New Roman"/>
                <a:cs typeface="Times New Roman"/>
                <a:sym typeface="Times New Roman"/>
              </a:rPr>
              <a:t>z</a:t>
            </a:r>
            <a:r>
              <a:rPr lang="en-US" sz="2000" b="0" i="0" u="none" strike="noStrike" cap="none">
                <a:solidFill>
                  <a:srgbClr val="40458C"/>
                </a:solidFill>
                <a:latin typeface="Tahoma"/>
                <a:ea typeface="Tahoma"/>
                <a:cs typeface="Tahoma"/>
                <a:sym typeface="Tahoma"/>
              </a:rPr>
              <a:t>, ignoring overflows.</a:t>
            </a:r>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Especially suitable for strings (e.g., the choice </a:t>
            </a:r>
            <a:r>
              <a:rPr lang="en-US" sz="2000" b="1" i="1" u="none" strike="noStrike" cap="none">
                <a:solidFill>
                  <a:srgbClr val="40458C"/>
                </a:solidFill>
                <a:latin typeface="Times New Roman"/>
                <a:ea typeface="Times New Roman"/>
                <a:cs typeface="Times New Roman"/>
                <a:sym typeface="Times New Roman"/>
              </a:rPr>
              <a:t>z </a:t>
            </a:r>
            <a:r>
              <a:rPr lang="en-US" sz="2000" b="0" i="0" u="none" strike="noStrike" cap="none">
                <a:solidFill>
                  <a:srgbClr val="40458C"/>
                </a:solidFill>
                <a:latin typeface="Noto Sans Symbols"/>
                <a:ea typeface="Noto Sans Symbols"/>
                <a:cs typeface="Noto Sans Symbols"/>
                <a:sym typeface="Noto Sans Symbols"/>
              </a:rPr>
              <a:t>=</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ahoma"/>
                <a:ea typeface="Tahoma"/>
                <a:cs typeface="Tahoma"/>
                <a:sym typeface="Tahoma"/>
              </a:rPr>
              <a:t>33</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ahoma"/>
                <a:ea typeface="Tahoma"/>
                <a:cs typeface="Tahoma"/>
                <a:sym typeface="Tahoma"/>
              </a:rPr>
              <a:t>gives at most 6 collisions on a set of 50,000 English words)</a:t>
            </a:r>
            <a:endParaRPr/>
          </a:p>
        </p:txBody>
      </p:sp>
      <p:sp>
        <p:nvSpPr>
          <p:cNvPr id="195" name="Google Shape;195;p8" descr="Rectangle: Click to edit Master text styles&#10;Second level&#10;Third level&#10;Fourth level&#10;Fifth level"/>
          <p:cNvSpPr txBox="1"/>
          <p:nvPr/>
        </p:nvSpPr>
        <p:spPr>
          <a:xfrm>
            <a:off x="6482002" y="1685925"/>
            <a:ext cx="3657600" cy="4267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Polynomial </a:t>
            </a:r>
            <a:r>
              <a:rPr lang="en-US" sz="2400" b="1" i="1" u="none" strike="noStrike" cap="none">
                <a:solidFill>
                  <a:srgbClr val="40458C"/>
                </a:solidFill>
                <a:latin typeface="Times New Roman"/>
                <a:ea typeface="Times New Roman"/>
                <a:cs typeface="Times New Roman"/>
                <a:sym typeface="Times New Roman"/>
              </a:rPr>
              <a:t>p</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z</a:t>
            </a:r>
            <a:r>
              <a:rPr lang="en-US" sz="2400" b="0" i="0" u="none" strike="noStrike" cap="none">
                <a:solidFill>
                  <a:srgbClr val="40458C"/>
                </a:solidFill>
                <a:latin typeface="Times New Roman"/>
                <a:ea typeface="Times New Roman"/>
                <a:cs typeface="Times New Roman"/>
                <a:sym typeface="Times New Roman"/>
              </a:rPr>
              <a:t>)</a:t>
            </a:r>
            <a:r>
              <a:rPr lang="en-US" sz="2400" b="0" i="0" u="none" strike="noStrike" cap="none">
                <a:solidFill>
                  <a:srgbClr val="40458C"/>
                </a:solidFill>
                <a:latin typeface="Tahoma"/>
                <a:ea typeface="Tahoma"/>
                <a:cs typeface="Tahoma"/>
                <a:sym typeface="Tahoma"/>
              </a:rPr>
              <a:t> can be evaluated in </a:t>
            </a:r>
            <a:r>
              <a:rPr lang="en-US" sz="2400" b="1" i="1" u="none" strike="noStrike" cap="none">
                <a:solidFill>
                  <a:srgbClr val="40458C"/>
                </a:solidFill>
                <a:latin typeface="Times New Roman"/>
                <a:ea typeface="Times New Roman"/>
                <a:cs typeface="Times New Roman"/>
                <a:sym typeface="Times New Roman"/>
              </a:rPr>
              <a:t>O</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n</a:t>
            </a:r>
            <a:r>
              <a:rPr lang="en-US" sz="2400" b="0" i="0" u="none" strike="noStrike" cap="none">
                <a:solidFill>
                  <a:srgbClr val="40458C"/>
                </a:solidFill>
                <a:latin typeface="Times New Roman"/>
                <a:ea typeface="Times New Roman"/>
                <a:cs typeface="Times New Roman"/>
                <a:sym typeface="Times New Roman"/>
              </a:rPr>
              <a:t>)</a:t>
            </a:r>
            <a:r>
              <a:rPr lang="en-US" sz="2400" b="0" i="0" u="none" strike="noStrike" cap="none">
                <a:solidFill>
                  <a:srgbClr val="40458C"/>
                </a:solidFill>
                <a:latin typeface="Tahoma"/>
                <a:ea typeface="Tahoma"/>
                <a:cs typeface="Tahoma"/>
                <a:sym typeface="Tahoma"/>
              </a:rPr>
              <a:t> time using Horner’s rule:</a:t>
            </a:r>
            <a:endParaRPr/>
          </a:p>
          <a:p>
            <a:pPr marL="742950" marR="0" lvl="1" indent="-285750" algn="l" rtl="0">
              <a:lnSpc>
                <a:spcPct val="10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The following polynomials are successively computed, each from the previous one in </a:t>
            </a:r>
            <a:r>
              <a:rPr lang="en-US" sz="2000" b="1" i="1" u="none" strike="noStrike" cap="none">
                <a:solidFill>
                  <a:srgbClr val="40458C"/>
                </a:solidFill>
                <a:latin typeface="Times New Roman"/>
                <a:ea typeface="Times New Roman"/>
                <a:cs typeface="Times New Roman"/>
                <a:sym typeface="Times New Roman"/>
              </a:rPr>
              <a:t>O</a:t>
            </a:r>
            <a:r>
              <a:rPr lang="en-US" sz="2000" b="0" i="0" u="none" strike="noStrike" cap="none">
                <a:solidFill>
                  <a:srgbClr val="40458C"/>
                </a:solidFill>
                <a:latin typeface="Times New Roman"/>
                <a:ea typeface="Times New Roman"/>
                <a:cs typeface="Times New Roman"/>
                <a:sym typeface="Times New Roman"/>
              </a:rPr>
              <a:t>(1)</a:t>
            </a:r>
            <a:r>
              <a:rPr lang="en-US" sz="2000" b="0" i="0" u="none" strike="noStrike" cap="none">
                <a:solidFill>
                  <a:srgbClr val="40458C"/>
                </a:solidFill>
                <a:latin typeface="Tahoma"/>
                <a:ea typeface="Tahoma"/>
                <a:cs typeface="Tahoma"/>
                <a:sym typeface="Tahoma"/>
              </a:rPr>
              <a:t> time.</a:t>
            </a:r>
            <a:endParaRPr/>
          </a:p>
          <a:p>
            <a:pPr marL="742950" marR="0" lvl="1" indent="-285750" algn="l" rtl="0">
              <a:lnSpc>
                <a:spcPct val="100000"/>
              </a:lnSpc>
              <a:spcBef>
                <a:spcPts val="400"/>
              </a:spcBef>
              <a:spcAft>
                <a:spcPts val="0"/>
              </a:spcAft>
              <a:buClr>
                <a:srgbClr val="40458C"/>
              </a:buClr>
              <a:buSzPts val="1200"/>
              <a:buFont typeface="Noto Sans Symbols"/>
              <a:buNone/>
            </a:pPr>
            <a:r>
              <a:rPr lang="en-US" sz="2000" b="1" i="1" u="none" strike="noStrike" cap="none">
                <a:solidFill>
                  <a:srgbClr val="40458C"/>
                </a:solidFill>
                <a:latin typeface="Times New Roman"/>
                <a:ea typeface="Times New Roman"/>
                <a:cs typeface="Times New Roman"/>
                <a:sym typeface="Times New Roman"/>
              </a:rPr>
              <a:t>		</a:t>
            </a:r>
            <a:endParaRPr sz="2400" b="0" i="0" u="none" strike="noStrike" cap="none">
              <a:solidFill>
                <a:srgbClr val="40458C"/>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9</a:t>
            </a:fld>
            <a:endParaRPr/>
          </a:p>
        </p:txBody>
      </p:sp>
      <p:sp>
        <p:nvSpPr>
          <p:cNvPr id="201" name="Google Shape;201;p9"/>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2" name="Google Shape;202;p9"/>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203" name="Google Shape;203;p9"/>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204" name="Google Shape;204;p9"/>
          <p:cNvSpPr txBox="1"/>
          <p:nvPr/>
        </p:nvSpPr>
        <p:spPr>
          <a:xfrm>
            <a:off x="381000" y="231775"/>
            <a:ext cx="6477000" cy="6096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000"/>
              <a:buFont typeface="Tahoma"/>
              <a:buNone/>
            </a:pPr>
            <a:r>
              <a:rPr lang="en-US" sz="4000" b="0" i="0" u="none" strike="noStrike" cap="none">
                <a:solidFill>
                  <a:srgbClr val="1F3864"/>
                </a:solidFill>
                <a:latin typeface="Tahoma"/>
                <a:ea typeface="Tahoma"/>
                <a:cs typeface="Tahoma"/>
                <a:sym typeface="Tahoma"/>
              </a:rPr>
              <a:t>Compression Maps (§2.5.4)</a:t>
            </a:r>
            <a:endParaRPr/>
          </a:p>
        </p:txBody>
      </p:sp>
      <p:sp>
        <p:nvSpPr>
          <p:cNvPr id="205" name="Google Shape;205;p9" descr="Rectangle: Click to edit Master text styles&#10;Second level&#10;Third level&#10;Fourth level&#10;Fifth level"/>
          <p:cNvSpPr txBox="1"/>
          <p:nvPr/>
        </p:nvSpPr>
        <p:spPr>
          <a:xfrm>
            <a:off x="1322046" y="1505067"/>
            <a:ext cx="4135438"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BE2D00"/>
                </a:solidFill>
                <a:latin typeface="Tahoma"/>
                <a:ea typeface="Tahoma"/>
                <a:cs typeface="Tahoma"/>
                <a:sym typeface="Tahoma"/>
              </a:rPr>
              <a:t>Division</a:t>
            </a:r>
            <a:r>
              <a:rPr lang="en-US" sz="2800" b="0" i="0" u="none" strike="noStrike" cap="none">
                <a:solidFill>
                  <a:srgbClr val="40458C"/>
                </a:solidFill>
                <a:latin typeface="Tahoma"/>
                <a:ea typeface="Tahoma"/>
                <a:cs typeface="Tahoma"/>
                <a:sym typeface="Tahoma"/>
              </a:rPr>
              <a:t>:</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baseline="-25000">
                <a:solidFill>
                  <a:srgbClr val="40458C"/>
                </a:solidFill>
                <a:latin typeface="Times New Roman"/>
                <a:ea typeface="Times New Roman"/>
                <a:cs typeface="Times New Roman"/>
                <a:sym typeface="Times New Roman"/>
              </a:rPr>
              <a:t>2 </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y</a:t>
            </a:r>
            <a:r>
              <a:rPr lang="en-US" sz="2400" b="0" i="0"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Noto Sans Symbols"/>
                <a:ea typeface="Noto Sans Symbols"/>
                <a:cs typeface="Noto Sans Symbols"/>
                <a:sym typeface="Noto Sans Symbols"/>
              </a:rPr>
              <a:t>=</a:t>
            </a:r>
            <a:r>
              <a:rPr lang="en-US" sz="2400" b="1" i="1" u="none" strike="noStrike" cap="none">
                <a:solidFill>
                  <a:srgbClr val="40458C"/>
                </a:solidFill>
                <a:latin typeface="Times New Roman"/>
                <a:ea typeface="Times New Roman"/>
                <a:cs typeface="Times New Roman"/>
                <a:sym typeface="Times New Roman"/>
              </a:rPr>
              <a:t> y </a:t>
            </a:r>
            <a:r>
              <a:rPr lang="en-US" sz="2400" b="0" i="0" u="none" strike="noStrike" cap="none">
                <a:solidFill>
                  <a:srgbClr val="40458C"/>
                </a:solidFill>
                <a:latin typeface="Times New Roman"/>
                <a:ea typeface="Times New Roman"/>
                <a:cs typeface="Times New Roman"/>
                <a:sym typeface="Times New Roman"/>
              </a:rPr>
              <a:t>mod</a:t>
            </a:r>
            <a:r>
              <a:rPr lang="en-US" sz="2400" b="1" i="1" u="none" strike="noStrike" cap="none">
                <a:solidFill>
                  <a:srgbClr val="40458C"/>
                </a:solidFill>
                <a:latin typeface="Times New Roman"/>
                <a:ea typeface="Times New Roman"/>
                <a:cs typeface="Times New Roman"/>
                <a:sym typeface="Times New Roman"/>
              </a:rPr>
              <a:t> N</a:t>
            </a:r>
            <a:endParaRPr sz="2400" b="0" i="0" u="none" strike="noStrike" cap="none">
              <a:solidFill>
                <a:srgbClr val="40458C"/>
              </a:solidFill>
              <a:latin typeface="Tahoma"/>
              <a:ea typeface="Tahoma"/>
              <a:cs typeface="Tahoma"/>
              <a:sym typeface="Tahoma"/>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40458C"/>
                </a:solidFill>
                <a:latin typeface="Tahoma"/>
                <a:ea typeface="Tahoma"/>
                <a:cs typeface="Tahoma"/>
                <a:sym typeface="Tahoma"/>
              </a:rPr>
              <a:t>The size </a:t>
            </a:r>
            <a:r>
              <a:rPr lang="en-US" sz="2400" b="1" i="1" u="none" strike="noStrike" cap="none">
                <a:solidFill>
                  <a:srgbClr val="40458C"/>
                </a:solidFill>
                <a:latin typeface="Times New Roman"/>
                <a:ea typeface="Times New Roman"/>
                <a:cs typeface="Times New Roman"/>
                <a:sym typeface="Times New Roman"/>
              </a:rPr>
              <a:t>N</a:t>
            </a:r>
            <a:r>
              <a:rPr lang="en-US" sz="2400" b="0" i="0" u="none" strike="noStrike" cap="none">
                <a:solidFill>
                  <a:srgbClr val="40458C"/>
                </a:solidFill>
                <a:latin typeface="Tahoma"/>
                <a:ea typeface="Tahoma"/>
                <a:cs typeface="Tahoma"/>
                <a:sym typeface="Tahoma"/>
              </a:rPr>
              <a:t> of the hash table is usually chosen to be a prime. </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40458C"/>
                </a:solidFill>
                <a:latin typeface="Tahoma"/>
                <a:ea typeface="Tahoma"/>
                <a:cs typeface="Tahoma"/>
                <a:sym typeface="Tahoma"/>
              </a:rPr>
              <a:t>The reason related to number theory and is outside the scope of this course.</a:t>
            </a:r>
            <a:endParaRPr/>
          </a:p>
        </p:txBody>
      </p:sp>
      <p:sp>
        <p:nvSpPr>
          <p:cNvPr id="206" name="Google Shape;206;p9" descr="Rectangle: Click to edit Master text styles&#10;Second level&#10;Third level&#10;Fourth level&#10;Fifth level"/>
          <p:cNvSpPr txBox="1"/>
          <p:nvPr/>
        </p:nvSpPr>
        <p:spPr>
          <a:xfrm>
            <a:off x="6411552" y="1505067"/>
            <a:ext cx="4387512" cy="449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BE2D00"/>
                </a:solidFill>
                <a:latin typeface="Tahoma"/>
                <a:ea typeface="Tahoma"/>
                <a:cs typeface="Tahoma"/>
                <a:sym typeface="Tahoma"/>
              </a:rPr>
              <a:t>Multiply, Add and Divide (MAD)</a:t>
            </a:r>
            <a:r>
              <a:rPr lang="en-US" sz="2800" b="0" i="0" u="none" strike="noStrike" cap="none">
                <a:solidFill>
                  <a:srgbClr val="40458C"/>
                </a:solidFill>
                <a:latin typeface="Tahoma"/>
                <a:ea typeface="Tahoma"/>
                <a:cs typeface="Tahoma"/>
                <a:sym typeface="Tahoma"/>
              </a:rPr>
              <a:t>:</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baseline="-25000">
                <a:solidFill>
                  <a:srgbClr val="40458C"/>
                </a:solidFill>
                <a:latin typeface="Times New Roman"/>
                <a:ea typeface="Times New Roman"/>
                <a:cs typeface="Times New Roman"/>
                <a:sym typeface="Times New Roman"/>
              </a:rPr>
              <a:t>2 </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y</a:t>
            </a:r>
            <a:r>
              <a:rPr lang="en-US" sz="2400" b="0" i="0"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Noto Sans Symbols"/>
                <a:ea typeface="Noto Sans Symbols"/>
                <a:cs typeface="Noto Sans Symbols"/>
                <a:sym typeface="Noto Sans Symbols"/>
              </a:rPr>
              <a:t>=</a:t>
            </a:r>
            <a:r>
              <a:rPr lang="en-US" sz="2400" b="1" i="1"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ay </a:t>
            </a:r>
            <a:r>
              <a:rPr lang="en-US" sz="2400" b="0" i="0" u="none" strike="noStrike" cap="none">
                <a:solidFill>
                  <a:srgbClr val="40458C"/>
                </a:solidFill>
                <a:latin typeface="Noto Sans Symbols"/>
                <a:ea typeface="Noto Sans Symbols"/>
                <a:cs typeface="Noto Sans Symbols"/>
                <a:sym typeface="Noto Sans Symbols"/>
              </a:rPr>
              <a:t>+</a:t>
            </a:r>
            <a:r>
              <a:rPr lang="en-US" sz="2400" b="1" i="1" u="none" strike="noStrike" cap="none">
                <a:solidFill>
                  <a:srgbClr val="40458C"/>
                </a:solidFill>
                <a:latin typeface="Times New Roman"/>
                <a:ea typeface="Times New Roman"/>
                <a:cs typeface="Times New Roman"/>
                <a:sym typeface="Times New Roman"/>
              </a:rPr>
              <a:t> b</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Times New Roman"/>
                <a:ea typeface="Times New Roman"/>
                <a:cs typeface="Times New Roman"/>
                <a:sym typeface="Times New Roman"/>
              </a:rPr>
              <a:t>mod</a:t>
            </a:r>
            <a:r>
              <a:rPr lang="en-US" sz="2400" b="1" i="1" u="none" strike="noStrike" cap="none">
                <a:solidFill>
                  <a:srgbClr val="40458C"/>
                </a:solidFill>
                <a:latin typeface="Times New Roman"/>
                <a:ea typeface="Times New Roman"/>
                <a:cs typeface="Times New Roman"/>
                <a:sym typeface="Times New Roman"/>
              </a:rPr>
              <a:t> N</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1" i="1" u="none" strike="noStrike" cap="none">
                <a:solidFill>
                  <a:srgbClr val="40458C"/>
                </a:solidFill>
                <a:latin typeface="Times New Roman"/>
                <a:ea typeface="Times New Roman"/>
                <a:cs typeface="Times New Roman"/>
                <a:sym typeface="Times New Roman"/>
              </a:rPr>
              <a:t>a</a:t>
            </a:r>
            <a:r>
              <a:rPr lang="en-US" sz="2400" b="0" i="0" u="none" strike="noStrike" cap="none">
                <a:solidFill>
                  <a:srgbClr val="40458C"/>
                </a:solidFill>
                <a:latin typeface="Tahoma"/>
                <a:ea typeface="Tahoma"/>
                <a:cs typeface="Tahoma"/>
                <a:sym typeface="Tahoma"/>
              </a:rPr>
              <a:t> and </a:t>
            </a:r>
            <a:r>
              <a:rPr lang="en-US" sz="2400" b="1" i="1" u="none" strike="noStrike" cap="none">
                <a:solidFill>
                  <a:srgbClr val="40458C"/>
                </a:solidFill>
                <a:latin typeface="Times New Roman"/>
                <a:ea typeface="Times New Roman"/>
                <a:cs typeface="Times New Roman"/>
                <a:sym typeface="Times New Roman"/>
              </a:rPr>
              <a:t>b</a:t>
            </a:r>
            <a:r>
              <a:rPr lang="en-US" sz="2400" b="0" i="0" u="none" strike="noStrike" cap="none">
                <a:solidFill>
                  <a:srgbClr val="40458C"/>
                </a:solidFill>
                <a:latin typeface="Tahoma"/>
                <a:ea typeface="Tahoma"/>
                <a:cs typeface="Tahoma"/>
                <a:sym typeface="Tahoma"/>
              </a:rPr>
              <a:t> are nonnegative integers such that</a:t>
            </a:r>
            <a:br>
              <a:rPr lang="en-US" sz="2400" b="0" i="0" u="none" strike="noStrike" cap="none">
                <a:solidFill>
                  <a:srgbClr val="40458C"/>
                </a:solidFill>
                <a:latin typeface="Tahoma"/>
                <a:ea typeface="Tahoma"/>
                <a:cs typeface="Tahoma"/>
                <a:sym typeface="Tahoma"/>
              </a:rPr>
            </a:br>
            <a:r>
              <a:rPr lang="en-US" sz="2400" b="0" i="0" u="none" strike="noStrike" cap="none">
                <a:solidFill>
                  <a:srgbClr val="40458C"/>
                </a:solidFill>
                <a:latin typeface="Tahoma"/>
                <a:ea typeface="Tahoma"/>
                <a:cs typeface="Tahoma"/>
                <a:sym typeface="Tahoma"/>
              </a:rPr>
              <a:t>	 </a:t>
            </a:r>
            <a:r>
              <a:rPr lang="en-US" sz="2400" b="1" i="1" u="none" strike="noStrike" cap="none">
                <a:solidFill>
                  <a:srgbClr val="40458C"/>
                </a:solidFill>
                <a:latin typeface="Times New Roman"/>
                <a:ea typeface="Times New Roman"/>
                <a:cs typeface="Times New Roman"/>
                <a:sym typeface="Times New Roman"/>
              </a:rPr>
              <a:t>a </a:t>
            </a:r>
            <a:r>
              <a:rPr lang="en-US" sz="2400" b="0" i="0" u="none" strike="noStrike" cap="none">
                <a:solidFill>
                  <a:srgbClr val="40458C"/>
                </a:solidFill>
                <a:latin typeface="Times New Roman"/>
                <a:ea typeface="Times New Roman"/>
                <a:cs typeface="Times New Roman"/>
                <a:sym typeface="Times New Roman"/>
              </a:rPr>
              <a:t>mod</a:t>
            </a:r>
            <a:r>
              <a:rPr lang="en-US" sz="2400" b="1" i="1" u="none" strike="noStrike" cap="none">
                <a:solidFill>
                  <a:srgbClr val="40458C"/>
                </a:solidFill>
                <a:latin typeface="Times New Roman"/>
                <a:ea typeface="Times New Roman"/>
                <a:cs typeface="Times New Roman"/>
                <a:sym typeface="Times New Roman"/>
              </a:rPr>
              <a:t> N</a:t>
            </a:r>
            <a:r>
              <a:rPr lang="en-US" sz="2400" b="0" i="1"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Noto Sans Symbols"/>
                <a:ea typeface="Noto Sans Symbols"/>
                <a:cs typeface="Noto Sans Symbols"/>
                <a:sym typeface="Noto Sans Symbols"/>
              </a:rPr>
              <a:t>≠</a:t>
            </a:r>
            <a:r>
              <a:rPr lang="en-US" sz="2400" b="0" i="0" u="none" strike="noStrike" cap="none">
                <a:solidFill>
                  <a:srgbClr val="40458C"/>
                </a:solidFill>
                <a:latin typeface="Times New Roman"/>
                <a:ea typeface="Times New Roman"/>
                <a:cs typeface="Times New Roman"/>
                <a:sym typeface="Times New Roman"/>
              </a:rPr>
              <a:t> 0</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40458C"/>
                </a:solidFill>
                <a:latin typeface="Tahoma"/>
                <a:ea typeface="Tahoma"/>
                <a:cs typeface="Tahoma"/>
                <a:sym typeface="Tahoma"/>
              </a:rPr>
              <a:t>Otherwise, every integer would map to the same value </a:t>
            </a:r>
            <a:r>
              <a:rPr lang="en-US" sz="2400" b="1" i="1" u="none" strike="noStrike" cap="none">
                <a:solidFill>
                  <a:srgbClr val="40458C"/>
                </a:solidFill>
                <a:latin typeface="Times New Roman"/>
                <a:ea typeface="Times New Roman"/>
                <a:cs typeface="Times New Roman"/>
                <a:sym typeface="Times New Roman"/>
              </a:rPr>
              <a:t>b</a:t>
            </a:r>
            <a:r>
              <a:rPr lang="en-US" sz="2400" b="0" i="0" u="none" strike="noStrike" cap="none">
                <a:solidFill>
                  <a:srgbClr val="40458C"/>
                </a:solidFill>
                <a:latin typeface="Tahoma"/>
                <a:ea typeface="Tahoma"/>
                <a:cs typeface="Tahoma"/>
                <a:sym typeface="Tahoma"/>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0"/>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10</a:t>
            </a:fld>
            <a:endParaRPr/>
          </a:p>
        </p:txBody>
      </p:sp>
      <p:sp>
        <p:nvSpPr>
          <p:cNvPr id="212" name="Google Shape;212;p10"/>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3" name="Google Shape;213;p10"/>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214" name="Google Shape;214;p10"/>
          <p:cNvPicPr preferRelativeResize="0"/>
          <p:nvPr/>
        </p:nvPicPr>
        <p:blipFill rotWithShape="1">
          <a:blip r:embed="rId4">
            <a:alphaModFix/>
          </a:blip>
          <a:srcRect/>
          <a:stretch/>
        </p:blipFill>
        <p:spPr>
          <a:xfrm>
            <a:off x="10354942" y="4830208"/>
            <a:ext cx="1932425" cy="1932425"/>
          </a:xfrm>
          <a:prstGeom prst="rect">
            <a:avLst/>
          </a:prstGeom>
          <a:noFill/>
          <a:ln>
            <a:noFill/>
          </a:ln>
        </p:spPr>
      </p:pic>
      <p:sp>
        <p:nvSpPr>
          <p:cNvPr id="215" name="Google Shape;215;p10"/>
          <p:cNvSpPr txBox="1"/>
          <p:nvPr/>
        </p:nvSpPr>
        <p:spPr>
          <a:xfrm>
            <a:off x="368378" y="30480"/>
            <a:ext cx="80772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Multiply, Add and Divide (MAD)</a:t>
            </a:r>
            <a:endParaRPr sz="4400" b="0" i="0" u="none" strike="noStrike" cap="none">
              <a:solidFill>
                <a:srgbClr val="1F3864"/>
              </a:solidFill>
              <a:latin typeface="Tahoma"/>
              <a:ea typeface="Tahoma"/>
              <a:cs typeface="Tahoma"/>
              <a:sym typeface="Tahoma"/>
            </a:endParaRPr>
          </a:p>
        </p:txBody>
      </p:sp>
      <p:sp>
        <p:nvSpPr>
          <p:cNvPr id="216" name="Google Shape;216;p10" descr="Rectangle: Click to edit Master text styles&#10;Second level&#10;Third level&#10;Fourth level&#10;Fifth level"/>
          <p:cNvSpPr txBox="1"/>
          <p:nvPr/>
        </p:nvSpPr>
        <p:spPr>
          <a:xfrm>
            <a:off x="622611" y="2027830"/>
            <a:ext cx="4626864" cy="4114800"/>
          </a:xfrm>
          <a:prstGeom prst="rect">
            <a:avLst/>
          </a:prstGeom>
          <a:noFill/>
          <a:ln>
            <a:noFill/>
          </a:ln>
        </p:spPr>
        <p:txBody>
          <a:bodyPr spcFirstLastPara="1" wrap="square" lIns="91425" tIns="45700" rIns="91425" bIns="45700" anchor="t" anchorCtr="0">
            <a:noAutofit/>
          </a:bodyPr>
          <a:lstStyle/>
          <a:p>
            <a:pPr marL="457200" marR="0" lvl="1" indent="0" algn="l" rtl="0">
              <a:lnSpc>
                <a:spcPct val="100000"/>
              </a:lnSpc>
              <a:spcBef>
                <a:spcPts val="0"/>
              </a:spcBef>
              <a:spcAft>
                <a:spcPts val="0"/>
              </a:spcAft>
              <a:buClr>
                <a:srgbClr val="40458C"/>
              </a:buClr>
              <a:buSzPts val="1440"/>
              <a:buFont typeface="Noto Sans Symbols"/>
              <a:buNone/>
            </a:pPr>
            <a:r>
              <a:rPr lang="en-US" sz="2400" b="1" i="1" u="none" strike="noStrike" cap="none">
                <a:solidFill>
                  <a:srgbClr val="3A3838"/>
                </a:solidFill>
                <a:latin typeface="Times New Roman"/>
                <a:ea typeface="Times New Roman"/>
                <a:cs typeface="Times New Roman"/>
                <a:sym typeface="Times New Roman"/>
              </a:rPr>
              <a:t>h</a:t>
            </a:r>
            <a:r>
              <a:rPr lang="en-US" sz="2400" b="0" i="0" u="none" strike="noStrike" cap="none" baseline="-25000">
                <a:solidFill>
                  <a:srgbClr val="3A3838"/>
                </a:solidFill>
                <a:latin typeface="Times New Roman"/>
                <a:ea typeface="Times New Roman"/>
                <a:cs typeface="Times New Roman"/>
                <a:sym typeface="Times New Roman"/>
              </a:rPr>
              <a:t>2 </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y</a:t>
            </a:r>
            <a:r>
              <a:rPr lang="en-US" sz="2400" b="0" i="0"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Noto Sans Symbols"/>
                <a:ea typeface="Noto Sans Symbols"/>
                <a:cs typeface="Noto Sans Symbols"/>
                <a:sym typeface="Noto Sans Symbols"/>
              </a:rPr>
              <a:t>=</a:t>
            </a:r>
            <a:r>
              <a:rPr lang="en-US" sz="2400" b="1"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ay </a:t>
            </a:r>
            <a:r>
              <a:rPr lang="en-US" sz="2400" b="0" i="0" u="none" strike="noStrike" cap="none">
                <a:solidFill>
                  <a:srgbClr val="3A3838"/>
                </a:solidFill>
                <a:latin typeface="Noto Sans Symbols"/>
                <a:ea typeface="Noto Sans Symbols"/>
                <a:cs typeface="Noto Sans Symbols"/>
                <a:sym typeface="Noto Sans Symbols"/>
              </a:rPr>
              <a:t>+</a:t>
            </a:r>
            <a:r>
              <a:rPr lang="en-US" sz="2400" b="1" i="1" u="none" strike="noStrike" cap="none">
                <a:solidFill>
                  <a:srgbClr val="3A3838"/>
                </a:solidFill>
                <a:latin typeface="Times New Roman"/>
                <a:ea typeface="Times New Roman"/>
                <a:cs typeface="Times New Roman"/>
                <a:sym typeface="Times New Roman"/>
              </a:rPr>
              <a:t> b</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Times New Roman"/>
                <a:ea typeface="Times New Roman"/>
                <a:cs typeface="Times New Roman"/>
                <a:sym typeface="Times New Roman"/>
              </a:rPr>
              <a:t>mod</a:t>
            </a:r>
            <a:r>
              <a:rPr lang="en-US" sz="2400" b="1" i="1" u="none" strike="noStrike" cap="none">
                <a:solidFill>
                  <a:srgbClr val="3A3838"/>
                </a:solidFill>
                <a:latin typeface="Times New Roman"/>
                <a:ea typeface="Times New Roman"/>
                <a:cs typeface="Times New Roman"/>
                <a:sym typeface="Times New Roman"/>
              </a:rPr>
              <a:t> N</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1" i="1" u="none" strike="noStrike" cap="none">
                <a:solidFill>
                  <a:srgbClr val="3A3838"/>
                </a:solidFill>
                <a:latin typeface="Times New Roman"/>
                <a:ea typeface="Times New Roman"/>
                <a:cs typeface="Times New Roman"/>
                <a:sym typeface="Times New Roman"/>
              </a:rPr>
              <a:t>a</a:t>
            </a:r>
            <a:r>
              <a:rPr lang="en-US" sz="2400" b="0" i="0" u="none" strike="noStrike" cap="none">
                <a:solidFill>
                  <a:srgbClr val="3A3838"/>
                </a:solidFill>
                <a:latin typeface="Tahoma"/>
                <a:ea typeface="Tahoma"/>
                <a:cs typeface="Tahoma"/>
                <a:sym typeface="Tahoma"/>
              </a:rPr>
              <a:t> and </a:t>
            </a:r>
            <a:r>
              <a:rPr lang="en-US" sz="2400" b="1" i="1" u="none" strike="noStrike" cap="none">
                <a:solidFill>
                  <a:srgbClr val="3A3838"/>
                </a:solidFill>
                <a:latin typeface="Times New Roman"/>
                <a:ea typeface="Times New Roman"/>
                <a:cs typeface="Times New Roman"/>
                <a:sym typeface="Times New Roman"/>
              </a:rPr>
              <a:t>b</a:t>
            </a:r>
            <a:r>
              <a:rPr lang="en-US" sz="2400" b="0" i="0" u="none" strike="noStrike" cap="none">
                <a:solidFill>
                  <a:srgbClr val="3A3838"/>
                </a:solidFill>
                <a:latin typeface="Tahoma"/>
                <a:ea typeface="Tahoma"/>
                <a:cs typeface="Tahoma"/>
                <a:sym typeface="Tahoma"/>
              </a:rPr>
              <a:t> are nonnegative integers such that</a:t>
            </a:r>
            <a:br>
              <a:rPr lang="en-US" sz="2400" b="0" i="0" u="none" strike="noStrike" cap="none">
                <a:solidFill>
                  <a:srgbClr val="3A3838"/>
                </a:solidFill>
                <a:latin typeface="Tahoma"/>
                <a:ea typeface="Tahoma"/>
                <a:cs typeface="Tahoma"/>
                <a:sym typeface="Tahoma"/>
              </a:rPr>
            </a:br>
            <a:r>
              <a:rPr lang="en-US" sz="2400" b="0" i="0" u="none" strike="noStrike" cap="none">
                <a:solidFill>
                  <a:srgbClr val="3A3838"/>
                </a:solidFill>
                <a:latin typeface="Tahoma"/>
                <a:ea typeface="Tahoma"/>
                <a:cs typeface="Tahoma"/>
                <a:sym typeface="Tahoma"/>
              </a:rPr>
              <a:t>	 </a:t>
            </a:r>
            <a:r>
              <a:rPr lang="en-US" sz="2400" b="1" i="1" u="none" strike="noStrike" cap="none">
                <a:solidFill>
                  <a:srgbClr val="3A3838"/>
                </a:solidFill>
                <a:latin typeface="Times New Roman"/>
                <a:ea typeface="Times New Roman"/>
                <a:cs typeface="Times New Roman"/>
                <a:sym typeface="Times New Roman"/>
              </a:rPr>
              <a:t>a </a:t>
            </a:r>
            <a:r>
              <a:rPr lang="en-US" sz="2400" b="0" i="0" u="none" strike="noStrike" cap="none">
                <a:solidFill>
                  <a:srgbClr val="3A3838"/>
                </a:solidFill>
                <a:latin typeface="Times New Roman"/>
                <a:ea typeface="Times New Roman"/>
                <a:cs typeface="Times New Roman"/>
                <a:sym typeface="Times New Roman"/>
              </a:rPr>
              <a:t>mod</a:t>
            </a:r>
            <a:r>
              <a:rPr lang="en-US" sz="2400" b="1" i="1" u="none" strike="noStrike" cap="none">
                <a:solidFill>
                  <a:srgbClr val="3A3838"/>
                </a:solidFill>
                <a:latin typeface="Times New Roman"/>
                <a:ea typeface="Times New Roman"/>
                <a:cs typeface="Times New Roman"/>
                <a:sym typeface="Times New Roman"/>
              </a:rPr>
              <a:t> N</a:t>
            </a:r>
            <a:r>
              <a:rPr lang="en-US" sz="2400" b="0"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Noto Sans Symbols"/>
                <a:ea typeface="Noto Sans Symbols"/>
                <a:cs typeface="Noto Sans Symbols"/>
                <a:sym typeface="Noto Sans Symbols"/>
              </a:rPr>
              <a:t>≠</a:t>
            </a:r>
            <a:r>
              <a:rPr lang="en-US" sz="2400" b="0" i="0" u="none" strike="noStrike" cap="none">
                <a:solidFill>
                  <a:srgbClr val="3A3838"/>
                </a:solidFill>
                <a:latin typeface="Times New Roman"/>
                <a:ea typeface="Times New Roman"/>
                <a:cs typeface="Times New Roman"/>
                <a:sym typeface="Times New Roman"/>
              </a:rPr>
              <a:t> 0</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3A3838"/>
                </a:solidFill>
                <a:latin typeface="Times New Roman"/>
                <a:ea typeface="Times New Roman"/>
                <a:cs typeface="Times New Roman"/>
                <a:sym typeface="Times New Roman"/>
              </a:rPr>
              <a:t>N = 5</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3A3838"/>
                </a:solidFill>
                <a:latin typeface="Times New Roman"/>
                <a:ea typeface="Times New Roman"/>
                <a:cs typeface="Times New Roman"/>
                <a:sym typeface="Times New Roman"/>
              </a:rPr>
              <a:t>a = 15</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3A3838"/>
                </a:solidFill>
                <a:latin typeface="Times New Roman"/>
                <a:ea typeface="Times New Roman"/>
                <a:cs typeface="Times New Roman"/>
                <a:sym typeface="Times New Roman"/>
              </a:rPr>
              <a:t>b = 2,   y=3</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1" i="1" u="none" strike="noStrike" cap="none">
                <a:solidFill>
                  <a:srgbClr val="3A3838"/>
                </a:solidFill>
                <a:latin typeface="Times New Roman"/>
                <a:ea typeface="Times New Roman"/>
                <a:cs typeface="Times New Roman"/>
                <a:sym typeface="Times New Roman"/>
              </a:rPr>
              <a:t>h</a:t>
            </a:r>
            <a:r>
              <a:rPr lang="en-US" sz="2400" b="0" i="0" u="none" strike="noStrike" cap="none" baseline="-25000">
                <a:solidFill>
                  <a:srgbClr val="3A3838"/>
                </a:solidFill>
                <a:latin typeface="Times New Roman"/>
                <a:ea typeface="Times New Roman"/>
                <a:cs typeface="Times New Roman"/>
                <a:sym typeface="Times New Roman"/>
              </a:rPr>
              <a:t>2 </a:t>
            </a:r>
            <a:r>
              <a:rPr lang="en-US" sz="2400" b="1" i="0" u="none" strike="noStrike" cap="none">
                <a:solidFill>
                  <a:srgbClr val="00B0F0"/>
                </a:solidFill>
                <a:latin typeface="Times New Roman"/>
                <a:ea typeface="Times New Roman"/>
                <a:cs typeface="Times New Roman"/>
                <a:sym typeface="Times New Roman"/>
              </a:rPr>
              <a:t>(</a:t>
            </a:r>
            <a:r>
              <a:rPr lang="en-US" sz="2400" b="1" i="1" u="none" strike="noStrike" cap="none">
                <a:solidFill>
                  <a:srgbClr val="00B0F0"/>
                </a:solidFill>
                <a:latin typeface="Times New Roman"/>
                <a:ea typeface="Times New Roman"/>
                <a:cs typeface="Times New Roman"/>
                <a:sym typeface="Times New Roman"/>
              </a:rPr>
              <a:t>3</a:t>
            </a:r>
            <a:r>
              <a:rPr lang="en-US" sz="2400" b="1" i="0" u="none" strike="noStrike" cap="none">
                <a:solidFill>
                  <a:srgbClr val="00B0F0"/>
                </a:solidFill>
                <a:latin typeface="Times New Roman"/>
                <a:ea typeface="Times New Roman"/>
                <a:cs typeface="Times New Roman"/>
                <a:sym typeface="Times New Roman"/>
              </a:rPr>
              <a:t>)</a:t>
            </a:r>
            <a:r>
              <a:rPr lang="en-US" sz="2400" b="0" i="0"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Noto Sans Symbols"/>
                <a:ea typeface="Noto Sans Symbols"/>
                <a:cs typeface="Noto Sans Symbols"/>
                <a:sym typeface="Noto Sans Symbols"/>
              </a:rPr>
              <a:t>=</a:t>
            </a:r>
            <a:r>
              <a:rPr lang="en-US" sz="2400" b="1"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45 </a:t>
            </a:r>
            <a:r>
              <a:rPr lang="en-US" sz="2400" b="0" i="0" u="none" strike="noStrike" cap="none">
                <a:solidFill>
                  <a:srgbClr val="3A3838"/>
                </a:solidFill>
                <a:latin typeface="Noto Sans Symbols"/>
                <a:ea typeface="Noto Sans Symbols"/>
                <a:cs typeface="Noto Sans Symbols"/>
                <a:sym typeface="Noto Sans Symbols"/>
              </a:rPr>
              <a:t>+</a:t>
            </a:r>
            <a:r>
              <a:rPr lang="en-US" sz="2400" b="1" i="1" u="none" strike="noStrike" cap="none">
                <a:solidFill>
                  <a:srgbClr val="3A3838"/>
                </a:solidFill>
                <a:latin typeface="Times New Roman"/>
                <a:ea typeface="Times New Roman"/>
                <a:cs typeface="Times New Roman"/>
                <a:sym typeface="Times New Roman"/>
              </a:rPr>
              <a:t> 2</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Times New Roman"/>
                <a:ea typeface="Times New Roman"/>
                <a:cs typeface="Times New Roman"/>
                <a:sym typeface="Times New Roman"/>
              </a:rPr>
              <a:t>mod</a:t>
            </a:r>
            <a:r>
              <a:rPr lang="en-US" sz="2400" b="1" i="1" u="none" strike="noStrike" cap="none">
                <a:solidFill>
                  <a:srgbClr val="3A3838"/>
                </a:solidFill>
                <a:latin typeface="Times New Roman"/>
                <a:ea typeface="Times New Roman"/>
                <a:cs typeface="Times New Roman"/>
                <a:sym typeface="Times New Roman"/>
              </a:rPr>
              <a:t> 5</a:t>
            </a:r>
            <a:endParaRPr/>
          </a:p>
          <a:p>
            <a:pPr marL="457200" marR="0" lvl="1" indent="0" algn="l" rtl="0">
              <a:lnSpc>
                <a:spcPct val="100000"/>
              </a:lnSpc>
              <a:spcBef>
                <a:spcPts val="480"/>
              </a:spcBef>
              <a:spcAft>
                <a:spcPts val="0"/>
              </a:spcAft>
              <a:buClr>
                <a:srgbClr val="40458C"/>
              </a:buClr>
              <a:buSzPts val="1440"/>
              <a:buFont typeface="Noto Sans Symbols"/>
              <a:buNone/>
            </a:pPr>
            <a:r>
              <a:rPr lang="en-US" sz="2400" b="1" i="1" u="none" strike="noStrike" cap="none">
                <a:solidFill>
                  <a:srgbClr val="3A3838"/>
                </a:solidFill>
                <a:latin typeface="Times New Roman"/>
                <a:ea typeface="Times New Roman"/>
                <a:cs typeface="Times New Roman"/>
                <a:sym typeface="Times New Roman"/>
              </a:rPr>
              <a:t>	= 47 mod 5 = 2</a:t>
            </a:r>
            <a:endParaRPr sz="1600" b="1" i="1" u="none" strike="noStrike" cap="none">
              <a:solidFill>
                <a:srgbClr val="3A3838"/>
              </a:solidFill>
              <a:latin typeface="Times New Roman"/>
              <a:ea typeface="Times New Roman"/>
              <a:cs typeface="Times New Roman"/>
              <a:sym typeface="Times New Roman"/>
            </a:endParaRPr>
          </a:p>
          <a:p>
            <a:pPr marL="742950" marR="0" lvl="1" indent="-194309" algn="l" rtl="0">
              <a:lnSpc>
                <a:spcPct val="100000"/>
              </a:lnSpc>
              <a:spcBef>
                <a:spcPts val="480"/>
              </a:spcBef>
              <a:spcAft>
                <a:spcPts val="0"/>
              </a:spcAft>
              <a:buClr>
                <a:srgbClr val="40458C"/>
              </a:buClr>
              <a:buSzPts val="1440"/>
              <a:buFont typeface="Noto Sans Symbols"/>
              <a:buNone/>
            </a:pPr>
            <a:endParaRPr sz="2400" b="0" i="0" u="none" strike="noStrike" cap="none">
              <a:solidFill>
                <a:srgbClr val="3A3838"/>
              </a:solidFill>
              <a:latin typeface="Times New Roman"/>
              <a:ea typeface="Times New Roman"/>
              <a:cs typeface="Times New Roman"/>
              <a:sym typeface="Times New Roman"/>
            </a:endParaRPr>
          </a:p>
          <a:p>
            <a:pPr marL="0" marR="0" lvl="0" indent="0" algn="l" rtl="0">
              <a:lnSpc>
                <a:spcPct val="100000"/>
              </a:lnSpc>
              <a:spcBef>
                <a:spcPts val="640"/>
              </a:spcBef>
              <a:spcAft>
                <a:spcPts val="0"/>
              </a:spcAft>
              <a:buClr>
                <a:srgbClr val="6F89F7"/>
              </a:buClr>
              <a:buSzPts val="3520"/>
              <a:buFont typeface="Noto Sans Symbols"/>
              <a:buNone/>
            </a:pPr>
            <a:endParaRPr sz="3200" b="0" i="0" u="none" strike="noStrike" cap="none">
              <a:solidFill>
                <a:srgbClr val="3A3838"/>
              </a:solidFill>
              <a:latin typeface="Tahoma"/>
              <a:ea typeface="Tahoma"/>
              <a:cs typeface="Tahoma"/>
              <a:sym typeface="Tahoma"/>
            </a:endParaRPr>
          </a:p>
        </p:txBody>
      </p:sp>
      <p:sp>
        <p:nvSpPr>
          <p:cNvPr id="217" name="Google Shape;217;p10" descr="Rectangle: Click to edit Master text styles&#10;Second level&#10;Third level&#10;Fourth level&#10;Fifth level"/>
          <p:cNvSpPr txBox="1"/>
          <p:nvPr/>
        </p:nvSpPr>
        <p:spPr>
          <a:xfrm>
            <a:off x="6078010" y="1905000"/>
            <a:ext cx="3810000" cy="3535680"/>
          </a:xfrm>
          <a:prstGeom prst="rect">
            <a:avLst/>
          </a:prstGeom>
          <a:noFill/>
          <a:ln>
            <a:noFill/>
          </a:ln>
        </p:spPr>
        <p:txBody>
          <a:bodyPr spcFirstLastPara="1" wrap="square" lIns="91425" tIns="45700" rIns="91425" bIns="45700" anchor="t" anchorCtr="0">
            <a:noAutofit/>
          </a:bodyPr>
          <a:lstStyle/>
          <a:p>
            <a:pPr marL="447675" marR="0" lvl="1" indent="-266700" algn="l" rtl="0">
              <a:lnSpc>
                <a:spcPct val="100000"/>
              </a:lnSpc>
              <a:spcBef>
                <a:spcPts val="0"/>
              </a:spcBef>
              <a:spcAft>
                <a:spcPts val="0"/>
              </a:spcAft>
              <a:buClr>
                <a:srgbClr val="40458C"/>
              </a:buClr>
              <a:buSzPts val="1440"/>
              <a:buFont typeface="Noto Sans Symbols"/>
              <a:buChar char="■"/>
            </a:pPr>
            <a:r>
              <a:rPr lang="en-US" sz="2400" b="1" i="1" u="none" strike="noStrike" cap="none">
                <a:solidFill>
                  <a:srgbClr val="3A3838"/>
                </a:solidFill>
                <a:latin typeface="Times New Roman"/>
                <a:ea typeface="Times New Roman"/>
                <a:cs typeface="Times New Roman"/>
                <a:sym typeface="Times New Roman"/>
              </a:rPr>
              <a:t>h</a:t>
            </a:r>
            <a:r>
              <a:rPr lang="en-US" sz="2400" b="0" i="0" u="none" strike="noStrike" cap="none" baseline="-25000">
                <a:solidFill>
                  <a:srgbClr val="3A3838"/>
                </a:solidFill>
                <a:latin typeface="Times New Roman"/>
                <a:ea typeface="Times New Roman"/>
                <a:cs typeface="Times New Roman"/>
                <a:sym typeface="Times New Roman"/>
              </a:rPr>
              <a:t>2 </a:t>
            </a:r>
            <a:r>
              <a:rPr lang="en-US" sz="2400" b="0" i="0" u="none" strike="noStrike" cap="none">
                <a:solidFill>
                  <a:srgbClr val="00B0F0"/>
                </a:solidFill>
                <a:latin typeface="Times New Roman"/>
                <a:ea typeface="Times New Roman"/>
                <a:cs typeface="Times New Roman"/>
                <a:sym typeface="Times New Roman"/>
              </a:rPr>
              <a:t>(</a:t>
            </a:r>
            <a:r>
              <a:rPr lang="en-US" sz="2400" b="1" i="1" u="none" strike="noStrike" cap="none">
                <a:solidFill>
                  <a:srgbClr val="00B0F0"/>
                </a:solidFill>
                <a:latin typeface="Times New Roman"/>
                <a:ea typeface="Times New Roman"/>
                <a:cs typeface="Times New Roman"/>
                <a:sym typeface="Times New Roman"/>
              </a:rPr>
              <a:t>7</a:t>
            </a:r>
            <a:r>
              <a:rPr lang="en-US" sz="2400" b="0" i="0" u="none" strike="noStrike" cap="none">
                <a:solidFill>
                  <a:srgbClr val="00B0F0"/>
                </a:solidFill>
                <a:latin typeface="Times New Roman"/>
                <a:ea typeface="Times New Roman"/>
                <a:cs typeface="Times New Roman"/>
                <a:sym typeface="Times New Roman"/>
              </a:rPr>
              <a:t>)</a:t>
            </a:r>
            <a:r>
              <a:rPr lang="en-US" sz="2400" b="0" i="0"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Noto Sans Symbols"/>
                <a:ea typeface="Noto Sans Symbols"/>
                <a:cs typeface="Noto Sans Symbols"/>
                <a:sym typeface="Noto Sans Symbols"/>
              </a:rPr>
              <a:t>=</a:t>
            </a:r>
            <a:r>
              <a:rPr lang="en-US" sz="2400" b="1"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105 </a:t>
            </a:r>
            <a:r>
              <a:rPr lang="en-US" sz="2400" b="0" i="0" u="none" strike="noStrike" cap="none">
                <a:solidFill>
                  <a:srgbClr val="3A3838"/>
                </a:solidFill>
                <a:latin typeface="Noto Sans Symbols"/>
                <a:ea typeface="Noto Sans Symbols"/>
                <a:cs typeface="Noto Sans Symbols"/>
                <a:sym typeface="Noto Sans Symbols"/>
              </a:rPr>
              <a:t>+</a:t>
            </a:r>
            <a:r>
              <a:rPr lang="en-US" sz="2400" b="1" i="1" u="none" strike="noStrike" cap="none">
                <a:solidFill>
                  <a:srgbClr val="3A3838"/>
                </a:solidFill>
                <a:latin typeface="Times New Roman"/>
                <a:ea typeface="Times New Roman"/>
                <a:cs typeface="Times New Roman"/>
                <a:sym typeface="Times New Roman"/>
              </a:rPr>
              <a:t> 2</a:t>
            </a:r>
            <a:r>
              <a:rPr lang="en-US" sz="2400" b="0" i="0" u="none" strike="noStrike" cap="none">
                <a:solidFill>
                  <a:srgbClr val="3A3838"/>
                </a:solidFill>
                <a:latin typeface="Times New Roman"/>
                <a:ea typeface="Times New Roman"/>
                <a:cs typeface="Times New Roman"/>
                <a:sym typeface="Times New Roman"/>
              </a:rPr>
              <a:t>)</a:t>
            </a:r>
            <a:r>
              <a:rPr lang="en-US" sz="2400" b="1" i="1" u="none" strike="noStrike" cap="none">
                <a:solidFill>
                  <a:srgbClr val="3A3838"/>
                </a:solidFill>
                <a:latin typeface="Times New Roman"/>
                <a:ea typeface="Times New Roman"/>
                <a:cs typeface="Times New Roman"/>
                <a:sym typeface="Times New Roman"/>
              </a:rPr>
              <a:t> </a:t>
            </a:r>
            <a:r>
              <a:rPr lang="en-US" sz="2400" b="0" i="0" u="none" strike="noStrike" cap="none">
                <a:solidFill>
                  <a:srgbClr val="3A3838"/>
                </a:solidFill>
                <a:latin typeface="Times New Roman"/>
                <a:ea typeface="Times New Roman"/>
                <a:cs typeface="Times New Roman"/>
                <a:sym typeface="Times New Roman"/>
              </a:rPr>
              <a:t>mod</a:t>
            </a:r>
            <a:r>
              <a:rPr lang="en-US" sz="2400" b="1" i="1" u="none" strike="noStrike" cap="none">
                <a:solidFill>
                  <a:srgbClr val="3A3838"/>
                </a:solidFill>
                <a:latin typeface="Times New Roman"/>
                <a:ea typeface="Times New Roman"/>
                <a:cs typeface="Times New Roman"/>
                <a:sym typeface="Times New Roman"/>
              </a:rPr>
              <a:t> 5</a:t>
            </a:r>
            <a:endParaRPr/>
          </a:p>
          <a:p>
            <a:pPr marL="457200" marR="0" lvl="1" indent="0" algn="l" rtl="0">
              <a:lnSpc>
                <a:spcPct val="100000"/>
              </a:lnSpc>
              <a:spcBef>
                <a:spcPts val="480"/>
              </a:spcBef>
              <a:spcAft>
                <a:spcPts val="0"/>
              </a:spcAft>
              <a:buClr>
                <a:srgbClr val="40458C"/>
              </a:buClr>
              <a:buSzPts val="1440"/>
              <a:buFont typeface="Noto Sans Symbols"/>
              <a:buNone/>
            </a:pPr>
            <a:r>
              <a:rPr lang="en-US" sz="2400" b="1" i="1" u="none" strike="noStrike" cap="none">
                <a:solidFill>
                  <a:srgbClr val="3A3838"/>
                </a:solidFill>
                <a:latin typeface="Times New Roman"/>
                <a:ea typeface="Times New Roman"/>
                <a:cs typeface="Times New Roman"/>
                <a:sym typeface="Times New Roman"/>
              </a:rPr>
              <a:t>	= 107 mod 5 = 2</a:t>
            </a:r>
            <a:endParaRPr/>
          </a:p>
          <a:p>
            <a:pPr marL="457200" marR="0" lvl="1" indent="0" algn="l" rtl="0">
              <a:lnSpc>
                <a:spcPct val="100000"/>
              </a:lnSpc>
              <a:spcBef>
                <a:spcPts val="480"/>
              </a:spcBef>
              <a:spcAft>
                <a:spcPts val="0"/>
              </a:spcAft>
              <a:buClr>
                <a:srgbClr val="40458C"/>
              </a:buClr>
              <a:buSzPts val="1440"/>
              <a:buFont typeface="Noto Sans Symbols"/>
              <a:buNone/>
            </a:pPr>
            <a:endParaRPr sz="2400" b="1" i="1" u="none" strike="noStrike" cap="none">
              <a:solidFill>
                <a:srgbClr val="3A3838"/>
              </a:solidFill>
              <a:latin typeface="Times New Roman"/>
              <a:ea typeface="Times New Roman"/>
              <a:cs typeface="Times New Roman"/>
              <a:sym typeface="Times New Roman"/>
            </a:endParaRPr>
          </a:p>
          <a:p>
            <a:pPr marL="457200" marR="0" lvl="1" indent="0" algn="l" rtl="0">
              <a:lnSpc>
                <a:spcPct val="100000"/>
              </a:lnSpc>
              <a:spcBef>
                <a:spcPts val="480"/>
              </a:spcBef>
              <a:spcAft>
                <a:spcPts val="0"/>
              </a:spcAft>
              <a:buClr>
                <a:srgbClr val="40458C"/>
              </a:buClr>
              <a:buSzPts val="1440"/>
              <a:buFont typeface="Noto Sans Symbols"/>
              <a:buNone/>
            </a:pPr>
            <a:r>
              <a:rPr lang="en-US" sz="2400" b="1" i="1" u="none" strike="noStrike" cap="none">
                <a:solidFill>
                  <a:srgbClr val="3A3838"/>
                </a:solidFill>
                <a:latin typeface="Times New Roman"/>
                <a:ea typeface="Times New Roman"/>
                <a:cs typeface="Times New Roman"/>
                <a:sym typeface="Times New Roman"/>
              </a:rPr>
              <a:t>It would be always 2. Why? </a:t>
            </a:r>
            <a:endParaRPr/>
          </a:p>
          <a:p>
            <a:pPr marL="457200" marR="0" lvl="1" indent="0" algn="l" rtl="0">
              <a:lnSpc>
                <a:spcPct val="100000"/>
              </a:lnSpc>
              <a:spcBef>
                <a:spcPts val="480"/>
              </a:spcBef>
              <a:spcAft>
                <a:spcPts val="0"/>
              </a:spcAft>
              <a:buClr>
                <a:srgbClr val="40458C"/>
              </a:buClr>
              <a:buSzPts val="1440"/>
              <a:buFont typeface="Noto Sans Symbols"/>
              <a:buNone/>
            </a:pPr>
            <a:r>
              <a:rPr lang="en-US" sz="2400" b="1" i="1" u="none" strike="noStrike" cap="none">
                <a:solidFill>
                  <a:srgbClr val="FF0000"/>
                </a:solidFill>
                <a:latin typeface="Times New Roman"/>
                <a:ea typeface="Times New Roman"/>
                <a:cs typeface="Times New Roman"/>
                <a:sym typeface="Times New Roman"/>
              </a:rPr>
              <a:t>Because  </a:t>
            </a:r>
            <a:r>
              <a:rPr lang="en-US" sz="2000" b="1" i="1" u="none" strike="noStrike" cap="none">
                <a:solidFill>
                  <a:srgbClr val="FF0000"/>
                </a:solidFill>
                <a:latin typeface="Times New Roman"/>
                <a:ea typeface="Times New Roman"/>
                <a:cs typeface="Times New Roman"/>
                <a:sym typeface="Times New Roman"/>
              </a:rPr>
              <a:t>a </a:t>
            </a:r>
            <a:r>
              <a:rPr lang="en-US" sz="2000" b="0" i="0" u="none" strike="noStrike" cap="none">
                <a:solidFill>
                  <a:srgbClr val="FF0000"/>
                </a:solidFill>
                <a:latin typeface="Times New Roman"/>
                <a:ea typeface="Times New Roman"/>
                <a:cs typeface="Times New Roman"/>
                <a:sym typeface="Times New Roman"/>
              </a:rPr>
              <a:t>mod</a:t>
            </a:r>
            <a:r>
              <a:rPr lang="en-US" sz="2000" b="1" i="1" u="none" strike="noStrike" cap="none">
                <a:solidFill>
                  <a:srgbClr val="FF0000"/>
                </a:solidFill>
                <a:latin typeface="Times New Roman"/>
                <a:ea typeface="Times New Roman"/>
                <a:cs typeface="Times New Roman"/>
                <a:sym typeface="Times New Roman"/>
              </a:rPr>
              <a:t> N</a:t>
            </a:r>
            <a:r>
              <a:rPr lang="en-US" sz="2000" b="0" i="1" u="none" strike="noStrike" cap="none">
                <a:solidFill>
                  <a:srgbClr val="FF0000"/>
                </a:solidFill>
                <a:latin typeface="Times New Roman"/>
                <a:ea typeface="Times New Roman"/>
                <a:cs typeface="Times New Roman"/>
                <a:sym typeface="Times New Roman"/>
              </a:rPr>
              <a:t> </a:t>
            </a:r>
            <a:r>
              <a:rPr lang="en-US" sz="2000" b="0" i="0" u="none" strike="noStrike" cap="none">
                <a:solidFill>
                  <a:srgbClr val="FF0000"/>
                </a:solidFill>
                <a:latin typeface="Noto Sans Symbols"/>
                <a:ea typeface="Noto Sans Symbols"/>
                <a:cs typeface="Noto Sans Symbols"/>
                <a:sym typeface="Noto Sans Symbols"/>
              </a:rPr>
              <a:t>=</a:t>
            </a:r>
            <a:r>
              <a:rPr lang="en-US" sz="2000" b="0" i="0" u="none" strike="noStrike" cap="none">
                <a:solidFill>
                  <a:srgbClr val="FF0000"/>
                </a:solidFill>
                <a:latin typeface="Times New Roman"/>
                <a:ea typeface="Times New Roman"/>
                <a:cs typeface="Times New Roman"/>
                <a:sym typeface="Times New Roman"/>
              </a:rPr>
              <a:t> 0</a:t>
            </a:r>
            <a:endParaRPr/>
          </a:p>
          <a:p>
            <a:pPr marL="457200" marR="0" lvl="1" indent="0" algn="l" rtl="0">
              <a:lnSpc>
                <a:spcPct val="100000"/>
              </a:lnSpc>
              <a:spcBef>
                <a:spcPts val="320"/>
              </a:spcBef>
              <a:spcAft>
                <a:spcPts val="0"/>
              </a:spcAft>
              <a:buClr>
                <a:srgbClr val="40458C"/>
              </a:buClr>
              <a:buSzPts val="960"/>
              <a:buFont typeface="Noto Sans Symbols"/>
              <a:buNone/>
            </a:pPr>
            <a:endParaRPr sz="1600" b="1" i="1" u="none" strike="noStrike" cap="none">
              <a:solidFill>
                <a:srgbClr val="3A3838"/>
              </a:solidFill>
              <a:latin typeface="Times New Roman"/>
              <a:ea typeface="Times New Roman"/>
              <a:cs typeface="Times New Roman"/>
              <a:sym typeface="Times New Roman"/>
            </a:endParaRPr>
          </a:p>
          <a:p>
            <a:pPr marL="0" marR="0" lvl="0" indent="0" algn="l" rtl="0">
              <a:lnSpc>
                <a:spcPct val="100000"/>
              </a:lnSpc>
              <a:spcBef>
                <a:spcPts val="640"/>
              </a:spcBef>
              <a:spcAft>
                <a:spcPts val="0"/>
              </a:spcAft>
              <a:buClr>
                <a:srgbClr val="6F89F7"/>
              </a:buClr>
              <a:buSzPts val="3520"/>
              <a:buFont typeface="Noto Sans Symbols"/>
              <a:buNone/>
            </a:pPr>
            <a:endParaRPr sz="3200" b="0" i="0" u="none" strike="noStrike" cap="none">
              <a:solidFill>
                <a:srgbClr val="3A3838"/>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11</a:t>
            </a:fld>
            <a:endParaRPr/>
          </a:p>
        </p:txBody>
      </p:sp>
      <p:sp>
        <p:nvSpPr>
          <p:cNvPr id="223" name="Google Shape;223;p11"/>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4" name="Google Shape;224;p11"/>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225" name="Google Shape;225;p11"/>
          <p:cNvPicPr preferRelativeResize="0"/>
          <p:nvPr/>
        </p:nvPicPr>
        <p:blipFill rotWithShape="1">
          <a:blip r:embed="rId4">
            <a:alphaModFix/>
          </a:blip>
          <a:srcRect/>
          <a:stretch/>
        </p:blipFill>
        <p:spPr>
          <a:xfrm>
            <a:off x="10371771" y="4860632"/>
            <a:ext cx="1932425" cy="1932425"/>
          </a:xfrm>
          <a:prstGeom prst="rect">
            <a:avLst/>
          </a:prstGeom>
          <a:noFill/>
          <a:ln>
            <a:noFill/>
          </a:ln>
        </p:spPr>
      </p:pic>
      <p:sp>
        <p:nvSpPr>
          <p:cNvPr id="226" name="Google Shape;226;p11"/>
          <p:cNvSpPr txBox="1"/>
          <p:nvPr/>
        </p:nvSpPr>
        <p:spPr>
          <a:xfrm>
            <a:off x="379597" y="-64980"/>
            <a:ext cx="9398311"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Collision Handling in HT (§ 2.5.5)</a:t>
            </a:r>
            <a:endParaRPr sz="1200" b="1" i="0" u="none" strike="noStrike" cap="none">
              <a:solidFill>
                <a:srgbClr val="1F3864"/>
              </a:solidFill>
              <a:latin typeface="Tahoma"/>
              <a:ea typeface="Tahoma"/>
              <a:cs typeface="Tahoma"/>
              <a:sym typeface="Tahoma"/>
            </a:endParaRPr>
          </a:p>
        </p:txBody>
      </p:sp>
      <p:sp>
        <p:nvSpPr>
          <p:cNvPr id="227" name="Google Shape;227;p11" descr="Rectangle: Click to edit Master text styles&#10;Second level&#10;Third level&#10;Fourth level&#10;Fifth level"/>
          <p:cNvSpPr txBox="1"/>
          <p:nvPr/>
        </p:nvSpPr>
        <p:spPr>
          <a:xfrm>
            <a:off x="1232290" y="1916219"/>
            <a:ext cx="41910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C00000"/>
                </a:solidFill>
                <a:latin typeface="Tahoma"/>
                <a:ea typeface="Tahoma"/>
                <a:cs typeface="Tahoma"/>
                <a:sym typeface="Tahoma"/>
              </a:rPr>
              <a:t>Collisions</a:t>
            </a:r>
            <a:r>
              <a:rPr lang="en-US" sz="2800" b="0" i="0" u="none" strike="noStrike" cap="none">
                <a:solidFill>
                  <a:srgbClr val="40458C"/>
                </a:solidFill>
                <a:latin typeface="Tahoma"/>
                <a:ea typeface="Tahoma"/>
                <a:cs typeface="Tahoma"/>
                <a:sym typeface="Tahoma"/>
              </a:rPr>
              <a:t> occur when different elements are mapped to the same cell. </a:t>
            </a:r>
            <a:endParaRPr/>
          </a:p>
          <a:p>
            <a:pPr marL="342900" marR="0" lvl="0" indent="-342900" algn="l" rtl="0">
              <a:lnSpc>
                <a:spcPct val="100000"/>
              </a:lnSpc>
              <a:spcBef>
                <a:spcPts val="560"/>
              </a:spcBef>
              <a:spcAft>
                <a:spcPts val="0"/>
              </a:spcAft>
              <a:buClr>
                <a:srgbClr val="6F89F7"/>
              </a:buClr>
              <a:buSzPts val="3080"/>
              <a:buFont typeface="Noto Sans Symbols"/>
              <a:buChar char="•"/>
            </a:pPr>
            <a:r>
              <a:rPr lang="en-US" sz="2800" b="0" i="0" u="none" strike="noStrike" cap="none">
                <a:solidFill>
                  <a:srgbClr val="C00000"/>
                </a:solidFill>
                <a:latin typeface="Tahoma"/>
                <a:ea typeface="Tahoma"/>
                <a:cs typeface="Tahoma"/>
                <a:sym typeface="Tahoma"/>
              </a:rPr>
              <a:t>Chaining:</a:t>
            </a:r>
            <a:r>
              <a:rPr lang="en-US" sz="2800" b="0" i="0" u="none" strike="noStrike" cap="none">
                <a:solidFill>
                  <a:srgbClr val="40458C"/>
                </a:solidFill>
                <a:latin typeface="Tahoma"/>
                <a:ea typeface="Tahoma"/>
                <a:cs typeface="Tahoma"/>
                <a:sym typeface="Tahoma"/>
              </a:rPr>
              <a:t> let each cell in the table point to a linked list of elements that map/assigned there.</a:t>
            </a:r>
            <a:endParaRPr/>
          </a:p>
        </p:txBody>
      </p:sp>
      <p:sp>
        <p:nvSpPr>
          <p:cNvPr id="228" name="Google Shape;228;p11" descr="Rectangle: Click to edit Master text styles&#10;Second level&#10;Third level&#10;Fourth level&#10;Fifth level"/>
          <p:cNvSpPr txBox="1"/>
          <p:nvPr/>
        </p:nvSpPr>
        <p:spPr>
          <a:xfrm>
            <a:off x="6371359" y="3946232"/>
            <a:ext cx="3810000" cy="1828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40458C"/>
                </a:solidFill>
                <a:latin typeface="Tahoma"/>
                <a:ea typeface="Tahoma"/>
                <a:cs typeface="Tahoma"/>
                <a:sym typeface="Tahoma"/>
              </a:rPr>
              <a:t>Chaining is simple, but requires additional memory outside the table.</a:t>
            </a:r>
            <a:endParaRPr/>
          </a:p>
        </p:txBody>
      </p:sp>
      <p:grpSp>
        <p:nvGrpSpPr>
          <p:cNvPr id="229" name="Google Shape;229;p11"/>
          <p:cNvGrpSpPr/>
          <p:nvPr/>
        </p:nvGrpSpPr>
        <p:grpSpPr>
          <a:xfrm>
            <a:off x="6371359" y="1807120"/>
            <a:ext cx="4198937" cy="1676400"/>
            <a:chOff x="2155" y="2160"/>
            <a:chExt cx="2789" cy="1056"/>
          </a:xfrm>
        </p:grpSpPr>
        <p:sp>
          <p:nvSpPr>
            <p:cNvPr id="230" name="Google Shape;230;p11"/>
            <p:cNvSpPr/>
            <p:nvPr/>
          </p:nvSpPr>
          <p:spPr>
            <a:xfrm>
              <a:off x="2372" y="2208"/>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sz="1800" b="0" i="0" u="none" strike="noStrike" cap="none">
                <a:solidFill>
                  <a:srgbClr val="40458C"/>
                </a:solidFill>
                <a:latin typeface="Tahoma"/>
                <a:ea typeface="Tahoma"/>
                <a:cs typeface="Tahoma"/>
                <a:sym typeface="Tahoma"/>
              </a:endParaRPr>
            </a:p>
          </p:txBody>
        </p:sp>
        <p:sp>
          <p:nvSpPr>
            <p:cNvPr id="231" name="Google Shape;231;p11"/>
            <p:cNvSpPr/>
            <p:nvPr/>
          </p:nvSpPr>
          <p:spPr>
            <a:xfrm>
              <a:off x="2372" y="2400"/>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sp>
          <p:nvSpPr>
            <p:cNvPr id="232" name="Google Shape;232;p11"/>
            <p:cNvSpPr/>
            <p:nvPr/>
          </p:nvSpPr>
          <p:spPr>
            <a:xfrm>
              <a:off x="2372" y="2592"/>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a:p>
          </p:txBody>
        </p:sp>
        <p:sp>
          <p:nvSpPr>
            <p:cNvPr id="233" name="Google Shape;233;p11"/>
            <p:cNvSpPr/>
            <p:nvPr/>
          </p:nvSpPr>
          <p:spPr>
            <a:xfrm>
              <a:off x="2372" y="2784"/>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a:t>
              </a:r>
              <a:endParaRPr/>
            </a:p>
          </p:txBody>
        </p:sp>
        <p:sp>
          <p:nvSpPr>
            <p:cNvPr id="234" name="Google Shape;234;p11"/>
            <p:cNvSpPr/>
            <p:nvPr/>
          </p:nvSpPr>
          <p:spPr>
            <a:xfrm>
              <a:off x="2372" y="2976"/>
              <a:ext cx="192" cy="192"/>
            </a:xfrm>
            <a:prstGeom prst="rect">
              <a:avLst/>
            </a:prstGeom>
            <a:no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sp>
          <p:nvSpPr>
            <p:cNvPr id="235" name="Google Shape;235;p11"/>
            <p:cNvSpPr txBox="1"/>
            <p:nvPr/>
          </p:nvSpPr>
          <p:spPr>
            <a:xfrm>
              <a:off x="2155" y="2160"/>
              <a:ext cx="224"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0</a:t>
              </a:r>
              <a:endParaRPr/>
            </a:p>
          </p:txBody>
        </p:sp>
        <p:sp>
          <p:nvSpPr>
            <p:cNvPr id="236" name="Google Shape;236;p11"/>
            <p:cNvSpPr txBox="1"/>
            <p:nvPr/>
          </p:nvSpPr>
          <p:spPr>
            <a:xfrm>
              <a:off x="2155" y="2352"/>
              <a:ext cx="224"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1</a:t>
              </a:r>
              <a:endParaRPr/>
            </a:p>
          </p:txBody>
        </p:sp>
        <p:sp>
          <p:nvSpPr>
            <p:cNvPr id="237" name="Google Shape;237;p11"/>
            <p:cNvSpPr txBox="1"/>
            <p:nvPr/>
          </p:nvSpPr>
          <p:spPr>
            <a:xfrm>
              <a:off x="2155" y="2544"/>
              <a:ext cx="224"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2</a:t>
              </a:r>
              <a:endParaRPr/>
            </a:p>
          </p:txBody>
        </p:sp>
        <p:sp>
          <p:nvSpPr>
            <p:cNvPr id="238" name="Google Shape;238;p11"/>
            <p:cNvSpPr txBox="1"/>
            <p:nvPr/>
          </p:nvSpPr>
          <p:spPr>
            <a:xfrm>
              <a:off x="2155" y="2736"/>
              <a:ext cx="224"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3</a:t>
              </a:r>
              <a:endParaRPr/>
            </a:p>
          </p:txBody>
        </p:sp>
        <p:sp>
          <p:nvSpPr>
            <p:cNvPr id="239" name="Google Shape;239;p11"/>
            <p:cNvSpPr txBox="1"/>
            <p:nvPr/>
          </p:nvSpPr>
          <p:spPr>
            <a:xfrm>
              <a:off x="2155" y="2928"/>
              <a:ext cx="224" cy="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0458C"/>
                </a:buClr>
                <a:buSzPts val="2400"/>
                <a:buFont typeface="Noto Sans Symbols"/>
                <a:buNone/>
              </a:pPr>
              <a:r>
                <a:rPr lang="en-US" sz="2400" b="0" i="0" u="none" strike="noStrike" cap="none">
                  <a:solidFill>
                    <a:srgbClr val="40458C"/>
                  </a:solidFill>
                  <a:latin typeface="Times New Roman"/>
                  <a:ea typeface="Times New Roman"/>
                  <a:cs typeface="Times New Roman"/>
                  <a:sym typeface="Times New Roman"/>
                </a:rPr>
                <a:t>4</a:t>
              </a:r>
              <a:endParaRPr/>
            </a:p>
          </p:txBody>
        </p:sp>
        <p:sp>
          <p:nvSpPr>
            <p:cNvPr id="240" name="Google Shape;240;p11"/>
            <p:cNvSpPr/>
            <p:nvPr/>
          </p:nvSpPr>
          <p:spPr>
            <a:xfrm>
              <a:off x="2736" y="2976"/>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451-229-0004</a:t>
              </a:r>
              <a:endParaRPr/>
            </a:p>
          </p:txBody>
        </p:sp>
        <p:sp>
          <p:nvSpPr>
            <p:cNvPr id="241" name="Google Shape;241;p11"/>
            <p:cNvSpPr/>
            <p:nvPr/>
          </p:nvSpPr>
          <p:spPr>
            <a:xfrm>
              <a:off x="3936" y="2976"/>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981-101-0004</a:t>
              </a:r>
              <a:endParaRPr/>
            </a:p>
          </p:txBody>
        </p:sp>
        <p:cxnSp>
          <p:nvCxnSpPr>
            <p:cNvPr id="242" name="Google Shape;242;p11"/>
            <p:cNvCxnSpPr>
              <a:stCxn id="240" idx="3"/>
              <a:endCxn id="241" idx="1"/>
            </p:cNvCxnSpPr>
            <p:nvPr/>
          </p:nvCxnSpPr>
          <p:spPr>
            <a:xfrm>
              <a:off x="3744" y="3072"/>
              <a:ext cx="300" cy="0"/>
            </a:xfrm>
            <a:prstGeom prst="straightConnector1">
              <a:avLst/>
            </a:prstGeom>
            <a:noFill/>
            <a:ln w="19050" cap="flat" cmpd="sng">
              <a:solidFill>
                <a:srgbClr val="40458C"/>
              </a:solidFill>
              <a:prstDash val="solid"/>
              <a:round/>
              <a:headEnd type="none" w="med" len="med"/>
              <a:tailEnd type="none" w="med" len="med"/>
            </a:ln>
          </p:spPr>
        </p:cxnSp>
        <p:cxnSp>
          <p:nvCxnSpPr>
            <p:cNvPr id="243" name="Google Shape;243;p11"/>
            <p:cNvCxnSpPr/>
            <p:nvPr/>
          </p:nvCxnSpPr>
          <p:spPr>
            <a:xfrm>
              <a:off x="2468" y="3072"/>
              <a:ext cx="268" cy="0"/>
            </a:xfrm>
            <a:prstGeom prst="straightConnector1">
              <a:avLst/>
            </a:prstGeom>
            <a:noFill/>
            <a:ln w="19050" cap="flat" cmpd="sng">
              <a:solidFill>
                <a:srgbClr val="40458C"/>
              </a:solidFill>
              <a:prstDash val="solid"/>
              <a:round/>
              <a:headEnd type="oval" w="med" len="med"/>
              <a:tailEnd type="triangle" w="med" len="med"/>
            </a:ln>
          </p:spPr>
        </p:cxnSp>
        <p:sp>
          <p:nvSpPr>
            <p:cNvPr id="244" name="Google Shape;244;p11"/>
            <p:cNvSpPr/>
            <p:nvPr/>
          </p:nvSpPr>
          <p:spPr>
            <a:xfrm>
              <a:off x="2736" y="2400"/>
              <a:ext cx="1008" cy="192"/>
            </a:xfrm>
            <a:prstGeom prst="roundRect">
              <a:avLst>
                <a:gd name="adj" fmla="val 16667"/>
              </a:avLst>
            </a:prstGeom>
            <a:solidFill>
              <a:srgbClr val="ECD882"/>
            </a:solidFill>
            <a:ln w="19050" cap="flat" cmpd="sng">
              <a:solidFill>
                <a:srgbClr val="4045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600"/>
                <a:buFont typeface="Noto Sans Symbols"/>
                <a:buNone/>
              </a:pPr>
              <a:r>
                <a:rPr lang="en-US" sz="1600" b="1" i="0" u="none" strike="noStrike" cap="none">
                  <a:solidFill>
                    <a:srgbClr val="40458C"/>
                  </a:solidFill>
                  <a:latin typeface="Tahoma"/>
                  <a:ea typeface="Tahoma"/>
                  <a:cs typeface="Tahoma"/>
                  <a:sym typeface="Tahoma"/>
                </a:rPr>
                <a:t>025-612-0001</a:t>
              </a:r>
              <a:endParaRPr/>
            </a:p>
          </p:txBody>
        </p:sp>
        <p:cxnSp>
          <p:nvCxnSpPr>
            <p:cNvPr id="245" name="Google Shape;245;p11"/>
            <p:cNvCxnSpPr/>
            <p:nvPr/>
          </p:nvCxnSpPr>
          <p:spPr>
            <a:xfrm>
              <a:off x="2468" y="2496"/>
              <a:ext cx="268" cy="0"/>
            </a:xfrm>
            <a:prstGeom prst="straightConnector1">
              <a:avLst/>
            </a:prstGeom>
            <a:noFill/>
            <a:ln w="19050" cap="flat" cmpd="sng">
              <a:solidFill>
                <a:srgbClr val="40458C"/>
              </a:solidFill>
              <a:prstDash val="solid"/>
              <a:round/>
              <a:headEnd type="oval" w="med" len="med"/>
              <a:tailEnd type="triangl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2"/>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12</a:t>
            </a:fld>
            <a:endParaRPr/>
          </a:p>
        </p:txBody>
      </p:sp>
      <p:sp>
        <p:nvSpPr>
          <p:cNvPr id="251" name="Google Shape;251;p12"/>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2" name="Google Shape;252;p12"/>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253" name="Google Shape;253;p12"/>
          <p:cNvPicPr preferRelativeResize="0"/>
          <p:nvPr/>
        </p:nvPicPr>
        <p:blipFill rotWithShape="1">
          <a:blip r:embed="rId4">
            <a:alphaModFix/>
          </a:blip>
          <a:srcRect/>
          <a:stretch/>
        </p:blipFill>
        <p:spPr>
          <a:xfrm>
            <a:off x="10366255" y="4910835"/>
            <a:ext cx="1932425" cy="1932425"/>
          </a:xfrm>
          <a:prstGeom prst="rect">
            <a:avLst/>
          </a:prstGeom>
          <a:noFill/>
          <a:ln>
            <a:noFill/>
          </a:ln>
        </p:spPr>
      </p:pic>
      <p:sp>
        <p:nvSpPr>
          <p:cNvPr id="254" name="Google Shape;254;p12"/>
          <p:cNvSpPr txBox="1"/>
          <p:nvPr/>
        </p:nvSpPr>
        <p:spPr>
          <a:xfrm>
            <a:off x="504421" y="-15788"/>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Linear Probing in HT</a:t>
            </a:r>
            <a:r>
              <a:rPr lang="en-US" sz="2000" b="0" i="0" u="none" strike="noStrike" cap="none">
                <a:solidFill>
                  <a:srgbClr val="1F3864"/>
                </a:solidFill>
                <a:latin typeface="Tahoma"/>
                <a:ea typeface="Tahoma"/>
                <a:cs typeface="Tahoma"/>
                <a:sym typeface="Tahoma"/>
              </a:rPr>
              <a:t> </a:t>
            </a:r>
            <a:endParaRPr sz="4400" b="0" i="0" u="none" strike="noStrike" cap="none">
              <a:solidFill>
                <a:srgbClr val="1F3864"/>
              </a:solidFill>
              <a:latin typeface="Tahoma"/>
              <a:ea typeface="Tahoma"/>
              <a:cs typeface="Tahoma"/>
              <a:sym typeface="Tahoma"/>
            </a:endParaRPr>
          </a:p>
        </p:txBody>
      </p:sp>
      <p:sp>
        <p:nvSpPr>
          <p:cNvPr id="255" name="Google Shape;255;p12" descr="Rectangle: Click to edit Master text styles&#10;Second level&#10;Third level&#10;Fourth level&#10;Fifth level"/>
          <p:cNvSpPr txBox="1"/>
          <p:nvPr/>
        </p:nvSpPr>
        <p:spPr>
          <a:xfrm>
            <a:off x="919438" y="1455032"/>
            <a:ext cx="41148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420"/>
              <a:buFont typeface="Noto Sans Symbols"/>
              <a:buChar char="•"/>
            </a:pPr>
            <a:r>
              <a:rPr lang="en-US" sz="2200" b="0" i="0" u="none" strike="noStrike" cap="none">
                <a:solidFill>
                  <a:srgbClr val="BE2D00"/>
                </a:solidFill>
                <a:latin typeface="Verdana"/>
                <a:ea typeface="Verdana"/>
                <a:cs typeface="Verdana"/>
                <a:sym typeface="Verdana"/>
              </a:rPr>
              <a:t>Open addressing</a:t>
            </a:r>
            <a:r>
              <a:rPr lang="en-US" sz="2200" b="0" i="0" u="none" strike="noStrike" cap="none">
                <a:solidFill>
                  <a:srgbClr val="40458C"/>
                </a:solidFill>
                <a:latin typeface="Verdana"/>
                <a:ea typeface="Verdana"/>
                <a:cs typeface="Verdana"/>
                <a:sym typeface="Verdana"/>
              </a:rPr>
              <a:t>: the colliding items are placed in a different cells of the table.</a:t>
            </a:r>
            <a:endParaRPr sz="2200" b="1" i="0" u="none" strike="noStrike" cap="none">
              <a:solidFill>
                <a:srgbClr val="40458C"/>
              </a:solidFill>
              <a:latin typeface="Tahoma"/>
              <a:ea typeface="Tahoma"/>
              <a:cs typeface="Tahoma"/>
              <a:sym typeface="Tahoma"/>
            </a:endParaRPr>
          </a:p>
          <a:p>
            <a:pPr marL="342900" marR="0" lvl="0" indent="-342900" algn="l" rtl="0">
              <a:lnSpc>
                <a:spcPct val="90000"/>
              </a:lnSpc>
              <a:spcBef>
                <a:spcPts val="440"/>
              </a:spcBef>
              <a:spcAft>
                <a:spcPts val="0"/>
              </a:spcAft>
              <a:buClr>
                <a:srgbClr val="6F89F7"/>
              </a:buClr>
              <a:buSzPts val="2420"/>
              <a:buFont typeface="Noto Sans Symbols"/>
              <a:buChar char="•"/>
            </a:pPr>
            <a:r>
              <a:rPr lang="en-US" sz="2200" b="1" i="0" u="none" strike="noStrike" cap="none">
                <a:solidFill>
                  <a:srgbClr val="40458C"/>
                </a:solidFill>
                <a:latin typeface="Tahoma"/>
                <a:ea typeface="Tahoma"/>
                <a:cs typeface="Tahoma"/>
                <a:sym typeface="Tahoma"/>
              </a:rPr>
              <a:t>Linear probing</a:t>
            </a:r>
            <a:r>
              <a:rPr lang="en-US" sz="2200" b="0" i="0" u="none" strike="noStrike" cap="none">
                <a:solidFill>
                  <a:srgbClr val="40458C"/>
                </a:solidFill>
                <a:latin typeface="Tahoma"/>
                <a:ea typeface="Tahoma"/>
                <a:cs typeface="Tahoma"/>
                <a:sym typeface="Tahoma"/>
              </a:rPr>
              <a:t> handles collisions by placing the colliding item in the next (circularly) available table cell.</a:t>
            </a:r>
            <a:endParaRPr/>
          </a:p>
          <a:p>
            <a:pPr marL="342900" marR="0" lvl="0" indent="-342900" algn="l" rtl="0">
              <a:lnSpc>
                <a:spcPct val="90000"/>
              </a:lnSpc>
              <a:spcBef>
                <a:spcPts val="440"/>
              </a:spcBef>
              <a:spcAft>
                <a:spcPts val="0"/>
              </a:spcAft>
              <a:buClr>
                <a:srgbClr val="6F89F7"/>
              </a:buClr>
              <a:buSzPts val="2420"/>
              <a:buFont typeface="Noto Sans Symbols"/>
              <a:buChar char="•"/>
            </a:pPr>
            <a:r>
              <a:rPr lang="en-US" sz="2200" b="0" i="0" u="none" strike="noStrike" cap="none">
                <a:solidFill>
                  <a:srgbClr val="40458C"/>
                </a:solidFill>
                <a:latin typeface="Tahoma"/>
                <a:ea typeface="Tahoma"/>
                <a:cs typeface="Tahoma"/>
                <a:sym typeface="Tahoma"/>
              </a:rPr>
              <a:t>Each table cell inspected is referred to as a “probe”  </a:t>
            </a:r>
            <a:endParaRPr/>
          </a:p>
          <a:p>
            <a:pPr marL="342900" marR="0" lvl="0" indent="-342900" algn="l" rtl="0">
              <a:lnSpc>
                <a:spcPct val="90000"/>
              </a:lnSpc>
              <a:spcBef>
                <a:spcPts val="440"/>
              </a:spcBef>
              <a:spcAft>
                <a:spcPts val="0"/>
              </a:spcAft>
              <a:buClr>
                <a:srgbClr val="6F89F7"/>
              </a:buClr>
              <a:buSzPts val="2420"/>
              <a:buFont typeface="Noto Sans Symbols"/>
              <a:buChar char="•"/>
            </a:pPr>
            <a:r>
              <a:rPr lang="en-US" sz="2200" b="0" i="0" u="none" strike="noStrike" cap="none">
                <a:solidFill>
                  <a:srgbClr val="40458C"/>
                </a:solidFill>
                <a:latin typeface="Tahoma"/>
                <a:ea typeface="Tahoma"/>
                <a:cs typeface="Tahoma"/>
                <a:sym typeface="Tahoma"/>
              </a:rPr>
              <a:t>Colliding items lump together, causing future collisions to cause a longer sequence of probes.</a:t>
            </a:r>
            <a:endParaRPr/>
          </a:p>
        </p:txBody>
      </p:sp>
      <p:sp>
        <p:nvSpPr>
          <p:cNvPr id="256" name="Google Shape;256;p12" descr="Rectangle: Click to edit Master text styles&#10;Second level&#10;Third level&#10;Fourth level&#10;Fifth level"/>
          <p:cNvSpPr txBox="1"/>
          <p:nvPr/>
        </p:nvSpPr>
        <p:spPr>
          <a:xfrm>
            <a:off x="6242325" y="1519325"/>
            <a:ext cx="3810000" cy="2209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40458C"/>
                </a:solidFill>
                <a:latin typeface="Tahoma"/>
                <a:ea typeface="Tahoma"/>
                <a:cs typeface="Tahoma"/>
                <a:sym typeface="Tahoma"/>
              </a:rPr>
              <a:t>Example:</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1" i="1" u="none" strike="noStrike" cap="none">
                <a:solidFill>
                  <a:srgbClr val="40458C"/>
                </a:solidFill>
                <a:latin typeface="Times New Roman"/>
                <a:ea typeface="Times New Roman"/>
                <a:cs typeface="Times New Roman"/>
                <a:sym typeface="Times New Roman"/>
              </a:rPr>
              <a:t>h</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x</a:t>
            </a:r>
            <a:r>
              <a:rPr lang="en-US" sz="2400" b="0" i="0"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Noto Sans Symbols"/>
                <a:ea typeface="Noto Sans Symbols"/>
                <a:cs typeface="Noto Sans Symbols"/>
                <a:sym typeface="Noto Sans Symbols"/>
              </a:rPr>
              <a:t>=</a:t>
            </a:r>
            <a:r>
              <a:rPr lang="en-US" sz="2400" b="1" i="1" u="none" strike="noStrike" cap="none">
                <a:solidFill>
                  <a:srgbClr val="40458C"/>
                </a:solidFill>
                <a:latin typeface="Times New Roman"/>
                <a:ea typeface="Times New Roman"/>
                <a:cs typeface="Times New Roman"/>
                <a:sym typeface="Times New Roman"/>
              </a:rPr>
              <a:t> x </a:t>
            </a:r>
            <a:r>
              <a:rPr lang="en-US" sz="2400" b="0" i="0" u="none" strike="noStrike" cap="none">
                <a:solidFill>
                  <a:srgbClr val="40458C"/>
                </a:solidFill>
                <a:latin typeface="Times New Roman"/>
                <a:ea typeface="Times New Roman"/>
                <a:cs typeface="Times New Roman"/>
                <a:sym typeface="Times New Roman"/>
              </a:rPr>
              <a:t>mod</a:t>
            </a:r>
            <a:r>
              <a:rPr lang="en-US" sz="2400" b="1" i="1" u="none" strike="noStrike" cap="none">
                <a:solidFill>
                  <a:srgbClr val="40458C"/>
                </a:solidFill>
                <a:latin typeface="Times New Roman"/>
                <a:ea typeface="Times New Roman"/>
                <a:cs typeface="Times New Roman"/>
                <a:sym typeface="Times New Roman"/>
              </a:rPr>
              <a:t> </a:t>
            </a:r>
            <a:r>
              <a:rPr lang="en-US" sz="2400" b="0" i="0" u="none" strike="noStrike" cap="none">
                <a:solidFill>
                  <a:srgbClr val="40458C"/>
                </a:solidFill>
                <a:latin typeface="Times New Roman"/>
                <a:ea typeface="Times New Roman"/>
                <a:cs typeface="Times New Roman"/>
                <a:sym typeface="Times New Roman"/>
              </a:rPr>
              <a:t>13</a:t>
            </a:r>
            <a:endParaRPr/>
          </a:p>
          <a:p>
            <a:pPr marL="742950" marR="0" lvl="1" indent="-285750" algn="l" rtl="0">
              <a:lnSpc>
                <a:spcPct val="100000"/>
              </a:lnSpc>
              <a:spcBef>
                <a:spcPts val="480"/>
              </a:spcBef>
              <a:spcAft>
                <a:spcPts val="0"/>
              </a:spcAft>
              <a:buClr>
                <a:srgbClr val="40458C"/>
              </a:buClr>
              <a:buSzPts val="1440"/>
              <a:buFont typeface="Noto Sans Symbols"/>
              <a:buChar char="■"/>
            </a:pPr>
            <a:r>
              <a:rPr lang="en-US" sz="2400" b="0" i="0" u="none" strike="noStrike" cap="none">
                <a:solidFill>
                  <a:srgbClr val="40458C"/>
                </a:solidFill>
                <a:latin typeface="Tahoma"/>
                <a:ea typeface="Tahoma"/>
                <a:cs typeface="Tahoma"/>
                <a:sym typeface="Tahoma"/>
              </a:rPr>
              <a:t>Insert keys </a:t>
            </a:r>
            <a:r>
              <a:rPr lang="en-US" sz="2400" b="0" i="0" u="none" strike="noStrike" cap="none">
                <a:solidFill>
                  <a:srgbClr val="FF0000"/>
                </a:solidFill>
                <a:latin typeface="Tahoma"/>
                <a:ea typeface="Tahoma"/>
                <a:cs typeface="Tahoma"/>
                <a:sym typeface="Tahoma"/>
              </a:rPr>
              <a:t>18</a:t>
            </a:r>
            <a:r>
              <a:rPr lang="en-US" sz="2400" b="0" i="0" u="none" strike="noStrike" cap="none">
                <a:solidFill>
                  <a:srgbClr val="40458C"/>
                </a:solidFill>
                <a:latin typeface="Tahoma"/>
                <a:ea typeface="Tahoma"/>
                <a:cs typeface="Tahoma"/>
                <a:sym typeface="Tahoma"/>
              </a:rPr>
              <a:t>, </a:t>
            </a:r>
            <a:r>
              <a:rPr lang="en-US" sz="2400" b="0" i="0" u="none" strike="noStrike" cap="none">
                <a:solidFill>
                  <a:srgbClr val="FF0000"/>
                </a:solidFill>
                <a:latin typeface="Tahoma"/>
                <a:ea typeface="Tahoma"/>
                <a:cs typeface="Tahoma"/>
                <a:sym typeface="Tahoma"/>
              </a:rPr>
              <a:t>41</a:t>
            </a:r>
            <a:r>
              <a:rPr lang="en-US" sz="2400" b="0" i="0" u="none" strike="noStrike" cap="none">
                <a:solidFill>
                  <a:srgbClr val="40458C"/>
                </a:solidFill>
                <a:latin typeface="Tahoma"/>
                <a:ea typeface="Tahoma"/>
                <a:cs typeface="Tahoma"/>
                <a:sym typeface="Tahoma"/>
              </a:rPr>
              <a:t>, 22, </a:t>
            </a:r>
            <a:r>
              <a:rPr lang="en-US" sz="2400" b="0" i="0" u="none" strike="noStrike" cap="none">
                <a:solidFill>
                  <a:srgbClr val="FF0000"/>
                </a:solidFill>
                <a:latin typeface="Tahoma"/>
                <a:ea typeface="Tahoma"/>
                <a:cs typeface="Tahoma"/>
                <a:sym typeface="Tahoma"/>
              </a:rPr>
              <a:t>44</a:t>
            </a:r>
            <a:r>
              <a:rPr lang="en-US" sz="2400" b="0" i="0" u="none" strike="noStrike" cap="none">
                <a:solidFill>
                  <a:srgbClr val="40458C"/>
                </a:solidFill>
                <a:latin typeface="Tahoma"/>
                <a:ea typeface="Tahoma"/>
                <a:cs typeface="Tahoma"/>
                <a:sym typeface="Tahoma"/>
              </a:rPr>
              <a:t>, 59, 32, </a:t>
            </a:r>
            <a:r>
              <a:rPr lang="en-US" sz="2400" b="0" i="0" u="none" strike="noStrike" cap="none">
                <a:solidFill>
                  <a:srgbClr val="FF0000"/>
                </a:solidFill>
                <a:latin typeface="Tahoma"/>
                <a:ea typeface="Tahoma"/>
                <a:cs typeface="Tahoma"/>
                <a:sym typeface="Tahoma"/>
              </a:rPr>
              <a:t>31</a:t>
            </a:r>
            <a:r>
              <a:rPr lang="en-US" sz="2400" b="0" i="0" u="none" strike="noStrike" cap="none">
                <a:solidFill>
                  <a:srgbClr val="40458C"/>
                </a:solidFill>
                <a:latin typeface="Tahoma"/>
                <a:ea typeface="Tahoma"/>
                <a:cs typeface="Tahoma"/>
                <a:sym typeface="Tahoma"/>
              </a:rPr>
              <a:t>, 73, in this order</a:t>
            </a:r>
            <a:endParaRPr/>
          </a:p>
          <a:p>
            <a:pPr marL="742950" marR="0" lvl="1" indent="-194309" algn="l" rtl="0">
              <a:lnSpc>
                <a:spcPct val="100000"/>
              </a:lnSpc>
              <a:spcBef>
                <a:spcPts val="480"/>
              </a:spcBef>
              <a:spcAft>
                <a:spcPts val="0"/>
              </a:spcAft>
              <a:buClr>
                <a:srgbClr val="40458C"/>
              </a:buClr>
              <a:buSzPts val="1440"/>
              <a:buFont typeface="Noto Sans Symbols"/>
              <a:buNone/>
            </a:pPr>
            <a:endParaRPr sz="2400" b="0" i="0" u="none" strike="noStrike" cap="none">
              <a:solidFill>
                <a:srgbClr val="40458C"/>
              </a:solidFill>
              <a:latin typeface="Tahoma"/>
              <a:ea typeface="Tahoma"/>
              <a:cs typeface="Tahoma"/>
              <a:sym typeface="Tahoma"/>
            </a:endParaRPr>
          </a:p>
        </p:txBody>
      </p:sp>
      <p:sp>
        <p:nvSpPr>
          <p:cNvPr id="257" name="Google Shape;257;p12"/>
          <p:cNvSpPr/>
          <p:nvPr/>
        </p:nvSpPr>
        <p:spPr>
          <a:xfrm>
            <a:off x="63185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58" name="Google Shape;258;p12"/>
          <p:cNvSpPr/>
          <p:nvPr/>
        </p:nvSpPr>
        <p:spPr>
          <a:xfrm>
            <a:off x="66233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59" name="Google Shape;259;p12"/>
          <p:cNvSpPr/>
          <p:nvPr/>
        </p:nvSpPr>
        <p:spPr>
          <a:xfrm>
            <a:off x="69281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0" name="Google Shape;260;p12"/>
          <p:cNvSpPr/>
          <p:nvPr/>
        </p:nvSpPr>
        <p:spPr>
          <a:xfrm>
            <a:off x="72329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1" name="Google Shape;261;p12"/>
          <p:cNvSpPr/>
          <p:nvPr/>
        </p:nvSpPr>
        <p:spPr>
          <a:xfrm>
            <a:off x="75377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2" name="Google Shape;262;p12"/>
          <p:cNvSpPr/>
          <p:nvPr/>
        </p:nvSpPr>
        <p:spPr>
          <a:xfrm>
            <a:off x="78425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3" name="Google Shape;263;p12"/>
          <p:cNvSpPr/>
          <p:nvPr/>
        </p:nvSpPr>
        <p:spPr>
          <a:xfrm>
            <a:off x="81473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4" name="Google Shape;264;p12"/>
          <p:cNvSpPr/>
          <p:nvPr/>
        </p:nvSpPr>
        <p:spPr>
          <a:xfrm>
            <a:off x="84521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5" name="Google Shape;265;p12"/>
          <p:cNvSpPr/>
          <p:nvPr/>
        </p:nvSpPr>
        <p:spPr>
          <a:xfrm>
            <a:off x="87569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6" name="Google Shape;266;p12"/>
          <p:cNvSpPr/>
          <p:nvPr/>
        </p:nvSpPr>
        <p:spPr>
          <a:xfrm>
            <a:off x="90617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7" name="Google Shape;267;p12"/>
          <p:cNvSpPr/>
          <p:nvPr/>
        </p:nvSpPr>
        <p:spPr>
          <a:xfrm>
            <a:off x="93665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8" name="Google Shape;268;p12"/>
          <p:cNvSpPr/>
          <p:nvPr/>
        </p:nvSpPr>
        <p:spPr>
          <a:xfrm>
            <a:off x="96713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69" name="Google Shape;269;p12"/>
          <p:cNvSpPr/>
          <p:nvPr/>
        </p:nvSpPr>
        <p:spPr>
          <a:xfrm>
            <a:off x="9976125" y="41101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70" name="Google Shape;270;p12"/>
          <p:cNvSpPr txBox="1"/>
          <p:nvPr/>
        </p:nvSpPr>
        <p:spPr>
          <a:xfrm>
            <a:off x="6321700"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0</a:t>
            </a:r>
            <a:endParaRPr/>
          </a:p>
        </p:txBody>
      </p:sp>
      <p:sp>
        <p:nvSpPr>
          <p:cNvPr id="271" name="Google Shape;271;p12"/>
          <p:cNvSpPr txBox="1"/>
          <p:nvPr/>
        </p:nvSpPr>
        <p:spPr>
          <a:xfrm>
            <a:off x="6623325"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a:t>
            </a:r>
            <a:endParaRPr/>
          </a:p>
        </p:txBody>
      </p:sp>
      <p:sp>
        <p:nvSpPr>
          <p:cNvPr id="272" name="Google Shape;272;p12"/>
          <p:cNvSpPr txBox="1"/>
          <p:nvPr/>
        </p:nvSpPr>
        <p:spPr>
          <a:xfrm>
            <a:off x="6924950"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2</a:t>
            </a:r>
            <a:endParaRPr/>
          </a:p>
        </p:txBody>
      </p:sp>
      <p:sp>
        <p:nvSpPr>
          <p:cNvPr id="273" name="Google Shape;273;p12"/>
          <p:cNvSpPr txBox="1"/>
          <p:nvPr/>
        </p:nvSpPr>
        <p:spPr>
          <a:xfrm>
            <a:off x="7226575"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3</a:t>
            </a:r>
            <a:endParaRPr/>
          </a:p>
        </p:txBody>
      </p:sp>
      <p:sp>
        <p:nvSpPr>
          <p:cNvPr id="274" name="Google Shape;274;p12"/>
          <p:cNvSpPr txBox="1"/>
          <p:nvPr/>
        </p:nvSpPr>
        <p:spPr>
          <a:xfrm>
            <a:off x="7528200"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4</a:t>
            </a:r>
            <a:endParaRPr/>
          </a:p>
        </p:txBody>
      </p:sp>
      <p:sp>
        <p:nvSpPr>
          <p:cNvPr id="275" name="Google Shape;275;p12"/>
          <p:cNvSpPr txBox="1"/>
          <p:nvPr/>
        </p:nvSpPr>
        <p:spPr>
          <a:xfrm>
            <a:off x="7829825"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5</a:t>
            </a:r>
            <a:endParaRPr/>
          </a:p>
        </p:txBody>
      </p:sp>
      <p:sp>
        <p:nvSpPr>
          <p:cNvPr id="276" name="Google Shape;276;p12"/>
          <p:cNvSpPr txBox="1"/>
          <p:nvPr/>
        </p:nvSpPr>
        <p:spPr>
          <a:xfrm>
            <a:off x="8131450"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6</a:t>
            </a:r>
            <a:endParaRPr/>
          </a:p>
        </p:txBody>
      </p:sp>
      <p:sp>
        <p:nvSpPr>
          <p:cNvPr id="277" name="Google Shape;277;p12"/>
          <p:cNvSpPr txBox="1"/>
          <p:nvPr/>
        </p:nvSpPr>
        <p:spPr>
          <a:xfrm>
            <a:off x="8433075"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7</a:t>
            </a:r>
            <a:endParaRPr/>
          </a:p>
        </p:txBody>
      </p:sp>
      <p:sp>
        <p:nvSpPr>
          <p:cNvPr id="278" name="Google Shape;278;p12"/>
          <p:cNvSpPr txBox="1"/>
          <p:nvPr/>
        </p:nvSpPr>
        <p:spPr>
          <a:xfrm>
            <a:off x="8734700"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8</a:t>
            </a:r>
            <a:endParaRPr/>
          </a:p>
        </p:txBody>
      </p:sp>
      <p:sp>
        <p:nvSpPr>
          <p:cNvPr id="279" name="Google Shape;279;p12"/>
          <p:cNvSpPr txBox="1"/>
          <p:nvPr/>
        </p:nvSpPr>
        <p:spPr>
          <a:xfrm>
            <a:off x="9036325" y="43768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9</a:t>
            </a:r>
            <a:endParaRPr/>
          </a:p>
        </p:txBody>
      </p:sp>
      <p:sp>
        <p:nvSpPr>
          <p:cNvPr id="280" name="Google Shape;280;p12"/>
          <p:cNvSpPr txBox="1"/>
          <p:nvPr/>
        </p:nvSpPr>
        <p:spPr>
          <a:xfrm>
            <a:off x="9280800" y="4376825"/>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10</a:t>
            </a:r>
            <a:endParaRPr/>
          </a:p>
        </p:txBody>
      </p:sp>
      <p:sp>
        <p:nvSpPr>
          <p:cNvPr id="281" name="Google Shape;281;p12"/>
          <p:cNvSpPr txBox="1"/>
          <p:nvPr/>
        </p:nvSpPr>
        <p:spPr>
          <a:xfrm>
            <a:off x="9582425" y="4376825"/>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11</a:t>
            </a:r>
            <a:endParaRPr/>
          </a:p>
        </p:txBody>
      </p:sp>
      <p:sp>
        <p:nvSpPr>
          <p:cNvPr id="282" name="Google Shape;282;p12"/>
          <p:cNvSpPr txBox="1"/>
          <p:nvPr/>
        </p:nvSpPr>
        <p:spPr>
          <a:xfrm>
            <a:off x="9884050" y="4376825"/>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12</a:t>
            </a:r>
            <a:endParaRPr/>
          </a:p>
        </p:txBody>
      </p:sp>
      <p:sp>
        <p:nvSpPr>
          <p:cNvPr id="283" name="Google Shape;283;p12"/>
          <p:cNvSpPr/>
          <p:nvPr/>
        </p:nvSpPr>
        <p:spPr>
          <a:xfrm>
            <a:off x="63185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dirty="0">
                <a:solidFill>
                  <a:srgbClr val="40458C"/>
                </a:solidFill>
                <a:latin typeface="Tahoma"/>
                <a:ea typeface="Tahoma"/>
                <a:cs typeface="Tahoma"/>
                <a:sym typeface="Tahoma"/>
              </a:rPr>
              <a:t> </a:t>
            </a:r>
            <a:endParaRPr dirty="0"/>
          </a:p>
        </p:txBody>
      </p:sp>
      <p:sp>
        <p:nvSpPr>
          <p:cNvPr id="284" name="Google Shape;284;p12"/>
          <p:cNvSpPr/>
          <p:nvPr/>
        </p:nvSpPr>
        <p:spPr>
          <a:xfrm>
            <a:off x="66233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85" name="Google Shape;285;p12"/>
          <p:cNvSpPr/>
          <p:nvPr/>
        </p:nvSpPr>
        <p:spPr>
          <a:xfrm>
            <a:off x="69281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dirty="0">
                <a:solidFill>
                  <a:srgbClr val="40458C"/>
                </a:solidFill>
                <a:latin typeface="Tahoma"/>
                <a:ea typeface="Tahoma"/>
                <a:cs typeface="Tahoma"/>
                <a:sym typeface="Tahoma"/>
              </a:rPr>
              <a:t>41</a:t>
            </a:r>
            <a:endParaRPr dirty="0"/>
          </a:p>
        </p:txBody>
      </p:sp>
      <p:sp>
        <p:nvSpPr>
          <p:cNvPr id="286" name="Google Shape;286;p12"/>
          <p:cNvSpPr/>
          <p:nvPr/>
        </p:nvSpPr>
        <p:spPr>
          <a:xfrm>
            <a:off x="72329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87" name="Google Shape;287;p12"/>
          <p:cNvSpPr/>
          <p:nvPr/>
        </p:nvSpPr>
        <p:spPr>
          <a:xfrm>
            <a:off x="75377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88" name="Google Shape;288;p12"/>
          <p:cNvSpPr/>
          <p:nvPr/>
        </p:nvSpPr>
        <p:spPr>
          <a:xfrm>
            <a:off x="78425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18</a:t>
            </a:r>
            <a:endParaRPr/>
          </a:p>
        </p:txBody>
      </p:sp>
      <p:sp>
        <p:nvSpPr>
          <p:cNvPr id="289" name="Google Shape;289;p12"/>
          <p:cNvSpPr/>
          <p:nvPr/>
        </p:nvSpPr>
        <p:spPr>
          <a:xfrm>
            <a:off x="81473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44</a:t>
            </a:r>
            <a:endParaRPr/>
          </a:p>
        </p:txBody>
      </p:sp>
      <p:sp>
        <p:nvSpPr>
          <p:cNvPr id="290" name="Google Shape;290;p12"/>
          <p:cNvSpPr/>
          <p:nvPr/>
        </p:nvSpPr>
        <p:spPr>
          <a:xfrm>
            <a:off x="84521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59</a:t>
            </a:r>
            <a:endParaRPr/>
          </a:p>
        </p:txBody>
      </p:sp>
      <p:sp>
        <p:nvSpPr>
          <p:cNvPr id="291" name="Google Shape;291;p12"/>
          <p:cNvSpPr/>
          <p:nvPr/>
        </p:nvSpPr>
        <p:spPr>
          <a:xfrm>
            <a:off x="87569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dirty="0">
                <a:solidFill>
                  <a:srgbClr val="40458C"/>
                </a:solidFill>
                <a:latin typeface="Tahoma"/>
                <a:ea typeface="Tahoma"/>
                <a:cs typeface="Tahoma"/>
                <a:sym typeface="Tahoma"/>
              </a:rPr>
              <a:t>32</a:t>
            </a:r>
            <a:endParaRPr dirty="0"/>
          </a:p>
        </p:txBody>
      </p:sp>
      <p:sp>
        <p:nvSpPr>
          <p:cNvPr id="292" name="Google Shape;292;p12"/>
          <p:cNvSpPr/>
          <p:nvPr/>
        </p:nvSpPr>
        <p:spPr>
          <a:xfrm>
            <a:off x="90617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22</a:t>
            </a:r>
            <a:endParaRPr/>
          </a:p>
        </p:txBody>
      </p:sp>
      <p:sp>
        <p:nvSpPr>
          <p:cNvPr id="293" name="Google Shape;293;p12"/>
          <p:cNvSpPr/>
          <p:nvPr/>
        </p:nvSpPr>
        <p:spPr>
          <a:xfrm>
            <a:off x="93665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31</a:t>
            </a:r>
            <a:endParaRPr/>
          </a:p>
        </p:txBody>
      </p:sp>
      <p:sp>
        <p:nvSpPr>
          <p:cNvPr id="294" name="Google Shape;294;p12"/>
          <p:cNvSpPr/>
          <p:nvPr/>
        </p:nvSpPr>
        <p:spPr>
          <a:xfrm>
            <a:off x="96713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73</a:t>
            </a:r>
            <a:endParaRPr/>
          </a:p>
        </p:txBody>
      </p:sp>
      <p:sp>
        <p:nvSpPr>
          <p:cNvPr id="295" name="Google Shape;295;p12"/>
          <p:cNvSpPr/>
          <p:nvPr/>
        </p:nvSpPr>
        <p:spPr>
          <a:xfrm>
            <a:off x="9976125" y="5329325"/>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296" name="Google Shape;296;p12"/>
          <p:cNvSpPr txBox="1"/>
          <p:nvPr/>
        </p:nvSpPr>
        <p:spPr>
          <a:xfrm>
            <a:off x="6321700"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0</a:t>
            </a:r>
            <a:endParaRPr/>
          </a:p>
        </p:txBody>
      </p:sp>
      <p:sp>
        <p:nvSpPr>
          <p:cNvPr id="297" name="Google Shape;297;p12"/>
          <p:cNvSpPr txBox="1"/>
          <p:nvPr/>
        </p:nvSpPr>
        <p:spPr>
          <a:xfrm>
            <a:off x="6623325"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a:t>
            </a:r>
            <a:endParaRPr/>
          </a:p>
        </p:txBody>
      </p:sp>
      <p:sp>
        <p:nvSpPr>
          <p:cNvPr id="298" name="Google Shape;298;p12"/>
          <p:cNvSpPr txBox="1"/>
          <p:nvPr/>
        </p:nvSpPr>
        <p:spPr>
          <a:xfrm>
            <a:off x="6924950"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2</a:t>
            </a:r>
            <a:endParaRPr/>
          </a:p>
        </p:txBody>
      </p:sp>
      <p:sp>
        <p:nvSpPr>
          <p:cNvPr id="299" name="Google Shape;299;p12"/>
          <p:cNvSpPr txBox="1"/>
          <p:nvPr/>
        </p:nvSpPr>
        <p:spPr>
          <a:xfrm>
            <a:off x="7226575"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3</a:t>
            </a:r>
            <a:endParaRPr/>
          </a:p>
        </p:txBody>
      </p:sp>
      <p:sp>
        <p:nvSpPr>
          <p:cNvPr id="300" name="Google Shape;300;p12"/>
          <p:cNvSpPr txBox="1"/>
          <p:nvPr/>
        </p:nvSpPr>
        <p:spPr>
          <a:xfrm>
            <a:off x="7528200"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4</a:t>
            </a:r>
            <a:endParaRPr/>
          </a:p>
        </p:txBody>
      </p:sp>
      <p:sp>
        <p:nvSpPr>
          <p:cNvPr id="301" name="Google Shape;301;p12"/>
          <p:cNvSpPr txBox="1"/>
          <p:nvPr/>
        </p:nvSpPr>
        <p:spPr>
          <a:xfrm>
            <a:off x="7829825"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5</a:t>
            </a:r>
            <a:endParaRPr/>
          </a:p>
        </p:txBody>
      </p:sp>
      <p:sp>
        <p:nvSpPr>
          <p:cNvPr id="302" name="Google Shape;302;p12"/>
          <p:cNvSpPr txBox="1"/>
          <p:nvPr/>
        </p:nvSpPr>
        <p:spPr>
          <a:xfrm>
            <a:off x="8131450"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6</a:t>
            </a:r>
            <a:endParaRPr/>
          </a:p>
        </p:txBody>
      </p:sp>
      <p:sp>
        <p:nvSpPr>
          <p:cNvPr id="303" name="Google Shape;303;p12"/>
          <p:cNvSpPr txBox="1"/>
          <p:nvPr/>
        </p:nvSpPr>
        <p:spPr>
          <a:xfrm>
            <a:off x="8433075"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7</a:t>
            </a:r>
            <a:endParaRPr/>
          </a:p>
        </p:txBody>
      </p:sp>
      <p:sp>
        <p:nvSpPr>
          <p:cNvPr id="304" name="Google Shape;304;p12"/>
          <p:cNvSpPr txBox="1"/>
          <p:nvPr/>
        </p:nvSpPr>
        <p:spPr>
          <a:xfrm>
            <a:off x="8734700"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8</a:t>
            </a:r>
            <a:endParaRPr/>
          </a:p>
        </p:txBody>
      </p:sp>
      <p:sp>
        <p:nvSpPr>
          <p:cNvPr id="305" name="Google Shape;305;p12"/>
          <p:cNvSpPr txBox="1"/>
          <p:nvPr/>
        </p:nvSpPr>
        <p:spPr>
          <a:xfrm>
            <a:off x="9036325" y="5596025"/>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9</a:t>
            </a:r>
            <a:endParaRPr/>
          </a:p>
        </p:txBody>
      </p:sp>
      <p:sp>
        <p:nvSpPr>
          <p:cNvPr id="306" name="Google Shape;306;p12"/>
          <p:cNvSpPr txBox="1"/>
          <p:nvPr/>
        </p:nvSpPr>
        <p:spPr>
          <a:xfrm>
            <a:off x="9280800" y="5596025"/>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10</a:t>
            </a:r>
            <a:endParaRPr/>
          </a:p>
        </p:txBody>
      </p:sp>
      <p:sp>
        <p:nvSpPr>
          <p:cNvPr id="307" name="Google Shape;307;p12"/>
          <p:cNvSpPr txBox="1"/>
          <p:nvPr/>
        </p:nvSpPr>
        <p:spPr>
          <a:xfrm>
            <a:off x="9582425" y="5596025"/>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11</a:t>
            </a:r>
            <a:endParaRPr/>
          </a:p>
        </p:txBody>
      </p:sp>
      <p:sp>
        <p:nvSpPr>
          <p:cNvPr id="308" name="Google Shape;308;p12"/>
          <p:cNvSpPr txBox="1"/>
          <p:nvPr/>
        </p:nvSpPr>
        <p:spPr>
          <a:xfrm>
            <a:off x="9884050" y="5596025"/>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12</a:t>
            </a:r>
            <a:endParaRPr/>
          </a:p>
        </p:txBody>
      </p:sp>
      <p:sp>
        <p:nvSpPr>
          <p:cNvPr id="309" name="Google Shape;309;p12"/>
          <p:cNvSpPr/>
          <p:nvPr/>
        </p:nvSpPr>
        <p:spPr>
          <a:xfrm>
            <a:off x="8147325" y="4795925"/>
            <a:ext cx="304800" cy="304800"/>
          </a:xfrm>
          <a:prstGeom prst="downArrow">
            <a:avLst>
              <a:gd name="adj1" fmla="val 50000"/>
              <a:gd name="adj2" fmla="val 25000"/>
            </a:avLst>
          </a:prstGeom>
          <a:noFill/>
          <a:ln w="28575"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graphicFrame>
        <p:nvGraphicFramePr>
          <p:cNvPr id="310" name="Google Shape;310;p12"/>
          <p:cNvGraphicFramePr/>
          <p:nvPr/>
        </p:nvGraphicFramePr>
        <p:xfrm>
          <a:off x="10280925" y="1142612"/>
          <a:ext cx="1816100" cy="2506985"/>
        </p:xfrm>
        <a:graphic>
          <a:graphicData uri="http://schemas.openxmlformats.org/drawingml/2006/table">
            <a:tbl>
              <a:tblPr>
                <a:noFill/>
                <a:tableStyleId>{DF419270-D5BD-48FD-BDD9-7F07EEACEAFA}</a:tableStyleId>
              </a:tblPr>
              <a:tblGrid>
                <a:gridCol w="4953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198125">
                <a:tc>
                  <a:txBody>
                    <a:bodyPr/>
                    <a:lstStyle/>
                    <a:p>
                      <a:pPr marL="0" marR="0" lvl="0" indent="0" algn="ctr" rtl="1">
                        <a:spcBef>
                          <a:spcPts val="0"/>
                        </a:spcBef>
                        <a:spcAft>
                          <a:spcPts val="0"/>
                        </a:spcAft>
                        <a:buNone/>
                      </a:pPr>
                      <a:r>
                        <a:rPr lang="en-US" sz="1200" u="none" strike="noStrike" cap="none"/>
                        <a:t>Key</a:t>
                      </a:r>
                      <a:endParaRPr sz="1200" b="1" i="0"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200" u="none" strike="noStrike" cap="none"/>
                        <a:t>N</a:t>
                      </a:r>
                      <a:endParaRPr sz="1200" b="1" i="0"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200" u="none" strike="noStrike" cap="none"/>
                        <a:t>Hash value</a:t>
                      </a:r>
                      <a:endParaRPr sz="1200" b="1" i="0" u="none" strike="noStrike" cap="none">
                        <a:solidFill>
                          <a:srgbClr val="0000CC"/>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0"/>
                  </a:ext>
                </a:extLst>
              </a:tr>
              <a:tr h="266700">
                <a:tc>
                  <a:txBody>
                    <a:bodyPr/>
                    <a:lstStyle/>
                    <a:p>
                      <a:pPr marL="0" marR="0" lvl="0" indent="0" algn="ctr" rtl="1">
                        <a:spcBef>
                          <a:spcPts val="0"/>
                        </a:spcBef>
                        <a:spcAft>
                          <a:spcPts val="0"/>
                        </a:spcAft>
                        <a:buNone/>
                      </a:pPr>
                      <a:r>
                        <a:rPr lang="en-US" sz="1200" u="none" strike="noStrike" cap="none"/>
                        <a:t>18</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5</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1"/>
                  </a:ext>
                </a:extLst>
              </a:tr>
              <a:tr h="266700">
                <a:tc>
                  <a:txBody>
                    <a:bodyPr/>
                    <a:lstStyle/>
                    <a:p>
                      <a:pPr marL="0" marR="0" lvl="0" indent="0" algn="ctr" rtl="1">
                        <a:spcBef>
                          <a:spcPts val="0"/>
                        </a:spcBef>
                        <a:spcAft>
                          <a:spcPts val="0"/>
                        </a:spcAft>
                        <a:buNone/>
                      </a:pPr>
                      <a:r>
                        <a:rPr lang="en-US" sz="1200" u="none" strike="noStrike" cap="none"/>
                        <a:t>41</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2</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2"/>
                  </a:ext>
                </a:extLst>
              </a:tr>
              <a:tr h="266700">
                <a:tc>
                  <a:txBody>
                    <a:bodyPr/>
                    <a:lstStyle/>
                    <a:p>
                      <a:pPr marL="0" marR="0" lvl="0" indent="0" algn="ctr" rtl="1">
                        <a:spcBef>
                          <a:spcPts val="0"/>
                        </a:spcBef>
                        <a:spcAft>
                          <a:spcPts val="0"/>
                        </a:spcAft>
                        <a:buNone/>
                      </a:pPr>
                      <a:r>
                        <a:rPr lang="en-US" sz="1200" u="none" strike="noStrike" cap="none"/>
                        <a:t>22</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9</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3"/>
                  </a:ext>
                </a:extLst>
              </a:tr>
              <a:tr h="266700">
                <a:tc>
                  <a:txBody>
                    <a:bodyPr/>
                    <a:lstStyle/>
                    <a:p>
                      <a:pPr marL="0" marR="0" lvl="0" indent="0" algn="ctr" rtl="1">
                        <a:spcBef>
                          <a:spcPts val="0"/>
                        </a:spcBef>
                        <a:spcAft>
                          <a:spcPts val="0"/>
                        </a:spcAft>
                        <a:buNone/>
                      </a:pPr>
                      <a:r>
                        <a:rPr lang="en-US" sz="1200" u="none" strike="noStrike" cap="none"/>
                        <a:t>44</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5</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4"/>
                  </a:ext>
                </a:extLst>
              </a:tr>
              <a:tr h="266700">
                <a:tc>
                  <a:txBody>
                    <a:bodyPr/>
                    <a:lstStyle/>
                    <a:p>
                      <a:pPr marL="0" marR="0" lvl="0" indent="0" algn="ctr" rtl="1">
                        <a:spcBef>
                          <a:spcPts val="0"/>
                        </a:spcBef>
                        <a:spcAft>
                          <a:spcPts val="0"/>
                        </a:spcAft>
                        <a:buNone/>
                      </a:pPr>
                      <a:r>
                        <a:rPr lang="en-US" sz="1200" u="none" strike="noStrike" cap="none"/>
                        <a:t>59</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7</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5"/>
                  </a:ext>
                </a:extLst>
              </a:tr>
              <a:tr h="266700">
                <a:tc>
                  <a:txBody>
                    <a:bodyPr/>
                    <a:lstStyle/>
                    <a:p>
                      <a:pPr marL="0" marR="0" lvl="0" indent="0" algn="ctr" rtl="1">
                        <a:spcBef>
                          <a:spcPts val="0"/>
                        </a:spcBef>
                        <a:spcAft>
                          <a:spcPts val="0"/>
                        </a:spcAft>
                        <a:buNone/>
                      </a:pPr>
                      <a:r>
                        <a:rPr lang="en-US" sz="1200" u="none" strike="noStrike" cap="none"/>
                        <a:t>32</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6</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6"/>
                  </a:ext>
                </a:extLst>
              </a:tr>
              <a:tr h="266700">
                <a:tc>
                  <a:txBody>
                    <a:bodyPr/>
                    <a:lstStyle/>
                    <a:p>
                      <a:pPr marL="0" marR="0" lvl="0" indent="0" algn="ctr" rtl="1">
                        <a:spcBef>
                          <a:spcPts val="0"/>
                        </a:spcBef>
                        <a:spcAft>
                          <a:spcPts val="0"/>
                        </a:spcAft>
                        <a:buNone/>
                      </a:pPr>
                      <a:r>
                        <a:rPr lang="en-US" sz="1200" u="none" strike="noStrike" cap="none"/>
                        <a:t>31</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5</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7"/>
                  </a:ext>
                </a:extLst>
              </a:tr>
              <a:tr h="266700">
                <a:tc>
                  <a:txBody>
                    <a:bodyPr/>
                    <a:lstStyle/>
                    <a:p>
                      <a:pPr marL="0" marR="0" lvl="0" indent="0" algn="ctr" rtl="1">
                        <a:spcBef>
                          <a:spcPts val="0"/>
                        </a:spcBef>
                        <a:spcAft>
                          <a:spcPts val="0"/>
                        </a:spcAft>
                        <a:buNone/>
                      </a:pPr>
                      <a:r>
                        <a:rPr lang="en-US" sz="1200" u="none" strike="noStrike" cap="none"/>
                        <a:t>73</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u="none" strike="noStrike" cap="none"/>
                        <a:t>8</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8"/>
                  </a:ext>
                </a:extLst>
              </a:tr>
            </a:tbl>
          </a:graphicData>
        </a:graphic>
      </p:graphicFrame>
      <p:cxnSp>
        <p:nvCxnSpPr>
          <p:cNvPr id="311" name="Google Shape;311;p12"/>
          <p:cNvCxnSpPr/>
          <p:nvPr/>
        </p:nvCxnSpPr>
        <p:spPr>
          <a:xfrm rot="10800000" flipH="1">
            <a:off x="9582425" y="1627632"/>
            <a:ext cx="714375" cy="723685"/>
          </a:xfrm>
          <a:prstGeom prst="straightConnector1">
            <a:avLst/>
          </a:prstGeom>
          <a:noFill/>
          <a:ln w="19050" cap="flat" cmpd="sng">
            <a:solidFill>
              <a:schemeClr val="accent5"/>
            </a:solidFill>
            <a:prstDash val="solid"/>
            <a:miter lim="800000"/>
            <a:headEnd type="none" w="sm" len="sm"/>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3"/>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13</a:t>
            </a:fld>
            <a:endParaRPr/>
          </a:p>
        </p:txBody>
      </p:sp>
      <p:sp>
        <p:nvSpPr>
          <p:cNvPr id="317" name="Google Shape;317;p13"/>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8" name="Google Shape;318;p13"/>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319" name="Google Shape;319;p13"/>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320" name="Google Shape;320;p13"/>
          <p:cNvSpPr txBox="1"/>
          <p:nvPr/>
        </p:nvSpPr>
        <p:spPr>
          <a:xfrm>
            <a:off x="609600" y="304800"/>
            <a:ext cx="7772400" cy="762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Search with Linear Probing</a:t>
            </a:r>
            <a:endParaRPr/>
          </a:p>
        </p:txBody>
      </p:sp>
      <p:sp>
        <p:nvSpPr>
          <p:cNvPr id="321" name="Google Shape;321;p13" descr="Rectangle: Click to edit Master text styles&#10;Second level&#10;Third level&#10;Fourth level&#10;Fifth level"/>
          <p:cNvSpPr txBox="1"/>
          <p:nvPr/>
        </p:nvSpPr>
        <p:spPr>
          <a:xfrm>
            <a:off x="1204240" y="1594126"/>
            <a:ext cx="4191000" cy="4191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Consider a hash table </a:t>
            </a:r>
            <a:r>
              <a:rPr lang="en-US" sz="2400" b="1" i="1" u="none" strike="noStrike" cap="none">
                <a:solidFill>
                  <a:srgbClr val="40458C"/>
                </a:solidFill>
                <a:latin typeface="Times New Roman"/>
                <a:ea typeface="Times New Roman"/>
                <a:cs typeface="Times New Roman"/>
                <a:sym typeface="Times New Roman"/>
              </a:rPr>
              <a:t>A</a:t>
            </a:r>
            <a:r>
              <a:rPr lang="en-US" sz="2400" b="0" i="0" u="none" strike="noStrike" cap="none">
                <a:solidFill>
                  <a:srgbClr val="40458C"/>
                </a:solidFill>
                <a:latin typeface="Tahoma"/>
                <a:ea typeface="Tahoma"/>
                <a:cs typeface="Tahoma"/>
                <a:sym typeface="Tahoma"/>
              </a:rPr>
              <a:t> that uses linear probing</a:t>
            </a:r>
            <a:endParaRPr/>
          </a:p>
          <a:p>
            <a:pPr marL="342900" marR="0" lvl="0" indent="-342900" algn="l" rtl="0">
              <a:lnSpc>
                <a:spcPct val="100000"/>
              </a:lnSpc>
              <a:spcBef>
                <a:spcPts val="480"/>
              </a:spcBef>
              <a:spcAft>
                <a:spcPts val="0"/>
              </a:spcAft>
              <a:buClr>
                <a:srgbClr val="6F89F7"/>
              </a:buClr>
              <a:buSzPts val="2640"/>
              <a:buFont typeface="Noto Sans Symbols"/>
              <a:buChar char="•"/>
            </a:pPr>
            <a:r>
              <a:rPr lang="en-US" sz="2400" b="0" i="0" u="none" strike="noStrike" cap="none">
                <a:solidFill>
                  <a:srgbClr val="BE2D00"/>
                </a:solidFill>
                <a:latin typeface="Tahoma"/>
                <a:ea typeface="Tahoma"/>
                <a:cs typeface="Tahoma"/>
                <a:sym typeface="Tahoma"/>
              </a:rPr>
              <a:t>findElement</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k</a:t>
            </a:r>
            <a:r>
              <a:rPr lang="en-US" sz="2400" b="0" i="0" u="none" strike="noStrike" cap="none">
                <a:solidFill>
                  <a:srgbClr val="40458C"/>
                </a:solidFill>
                <a:latin typeface="Times New Roman"/>
                <a:ea typeface="Times New Roman"/>
                <a:cs typeface="Times New Roman"/>
                <a:sym typeface="Times New Roman"/>
              </a:rPr>
              <a:t>)</a:t>
            </a:r>
            <a:endParaRPr/>
          </a:p>
          <a:p>
            <a:pPr marL="742950" marR="0" lvl="1" indent="-285750" algn="l" rtl="0">
              <a:lnSpc>
                <a:spcPct val="10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start at cell </a:t>
            </a:r>
            <a:r>
              <a:rPr lang="en-US" sz="2000" b="1" i="1" u="none" strike="noStrike" cap="none">
                <a:solidFill>
                  <a:srgbClr val="40458C"/>
                </a:solidFill>
                <a:latin typeface="Times New Roman"/>
                <a:ea typeface="Times New Roman"/>
                <a:cs typeface="Times New Roman"/>
                <a:sym typeface="Times New Roman"/>
              </a:rPr>
              <a:t>h</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a:t>
            </a:r>
            <a:r>
              <a:rPr lang="en-US" sz="2000" b="0" i="0" u="none" strike="noStrike" cap="none">
                <a:solidFill>
                  <a:srgbClr val="40458C"/>
                </a:solidFill>
                <a:latin typeface="Times New Roman"/>
                <a:ea typeface="Times New Roman"/>
                <a:cs typeface="Times New Roman"/>
                <a:sym typeface="Times New Roman"/>
              </a:rPr>
              <a:t>) </a:t>
            </a:r>
            <a:endParaRPr sz="2000" b="0" i="0" u="none" strike="noStrike" cap="none">
              <a:solidFill>
                <a:srgbClr val="40458C"/>
              </a:solidFill>
              <a:latin typeface="Tahoma"/>
              <a:ea typeface="Tahoma"/>
              <a:cs typeface="Tahoma"/>
              <a:sym typeface="Tahoma"/>
            </a:endParaRPr>
          </a:p>
          <a:p>
            <a:pPr marL="742950" marR="0" lvl="1" indent="-285750" algn="l" rtl="0">
              <a:lnSpc>
                <a:spcPct val="10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probe/</a:t>
            </a:r>
            <a:r>
              <a:rPr lang="en-US" sz="2000" b="0" i="0" u="none" strike="noStrike" cap="none">
                <a:solidFill>
                  <a:srgbClr val="2C61F6"/>
                </a:solidFill>
                <a:latin typeface="Tahoma"/>
                <a:ea typeface="Tahoma"/>
                <a:cs typeface="Tahoma"/>
                <a:sym typeface="Tahoma"/>
              </a:rPr>
              <a:t>Check</a:t>
            </a:r>
            <a:r>
              <a:rPr lang="en-US" sz="2000" b="0" i="0" u="none" strike="noStrike" cap="none">
                <a:solidFill>
                  <a:srgbClr val="C00000"/>
                </a:solidFill>
                <a:latin typeface="Tahoma"/>
                <a:ea typeface="Tahoma"/>
                <a:cs typeface="Tahoma"/>
                <a:sym typeface="Tahoma"/>
              </a:rPr>
              <a:t> </a:t>
            </a:r>
            <a:r>
              <a:rPr lang="en-US" sz="2000" b="0" i="0" u="none" strike="noStrike" cap="none">
                <a:solidFill>
                  <a:srgbClr val="40458C"/>
                </a:solidFill>
                <a:latin typeface="Tahoma"/>
                <a:ea typeface="Tahoma"/>
                <a:cs typeface="Tahoma"/>
                <a:sym typeface="Tahoma"/>
              </a:rPr>
              <a:t>consecutive locations until one of the following occurs:</a:t>
            </a:r>
            <a:endParaRPr/>
          </a:p>
          <a:p>
            <a:pPr marL="1143000" marR="0" lvl="2" indent="-228600" algn="l" rtl="0">
              <a:lnSpc>
                <a:spcPct val="100000"/>
              </a:lnSpc>
              <a:spcBef>
                <a:spcPts val="360"/>
              </a:spcBef>
              <a:spcAft>
                <a:spcPts val="0"/>
              </a:spcAft>
              <a:buClr>
                <a:srgbClr val="6F89F7"/>
              </a:buClr>
              <a:buSzPts val="1710"/>
              <a:buFont typeface="Noto Sans Symbols"/>
              <a:buChar char="⬥"/>
            </a:pPr>
            <a:r>
              <a:rPr lang="en-US" sz="1800" b="0" i="0" u="none" strike="noStrike" cap="none">
                <a:solidFill>
                  <a:srgbClr val="40458C"/>
                </a:solidFill>
                <a:latin typeface="Tahoma"/>
                <a:ea typeface="Tahoma"/>
                <a:cs typeface="Tahoma"/>
                <a:sym typeface="Tahoma"/>
              </a:rPr>
              <a:t>An item with key </a:t>
            </a:r>
            <a:r>
              <a:rPr lang="en-US" sz="1800" b="1" i="1" u="none" strike="noStrike" cap="none">
                <a:solidFill>
                  <a:srgbClr val="40458C"/>
                </a:solidFill>
                <a:latin typeface="Times New Roman"/>
                <a:ea typeface="Times New Roman"/>
                <a:cs typeface="Times New Roman"/>
                <a:sym typeface="Times New Roman"/>
              </a:rPr>
              <a:t>k</a:t>
            </a:r>
            <a:r>
              <a:rPr lang="en-US" sz="1800" b="0" i="0" u="none" strike="noStrike" cap="none">
                <a:solidFill>
                  <a:srgbClr val="40458C"/>
                </a:solidFill>
                <a:latin typeface="Tahoma"/>
                <a:ea typeface="Tahoma"/>
                <a:cs typeface="Tahoma"/>
                <a:sym typeface="Tahoma"/>
              </a:rPr>
              <a:t> is found, or</a:t>
            </a:r>
            <a:endParaRPr/>
          </a:p>
          <a:p>
            <a:pPr marL="1143000" marR="0" lvl="2" indent="-228600" algn="l" rtl="0">
              <a:lnSpc>
                <a:spcPct val="100000"/>
              </a:lnSpc>
              <a:spcBef>
                <a:spcPts val="360"/>
              </a:spcBef>
              <a:spcAft>
                <a:spcPts val="0"/>
              </a:spcAft>
              <a:buClr>
                <a:srgbClr val="6F89F7"/>
              </a:buClr>
              <a:buSzPts val="1710"/>
              <a:buFont typeface="Noto Sans Symbols"/>
              <a:buChar char="⬥"/>
            </a:pPr>
            <a:r>
              <a:rPr lang="en-US" sz="1800" b="0" i="0" u="none" strike="noStrike" cap="none">
                <a:solidFill>
                  <a:srgbClr val="40458C"/>
                </a:solidFill>
                <a:latin typeface="Tahoma"/>
                <a:ea typeface="Tahoma"/>
                <a:cs typeface="Tahoma"/>
                <a:sym typeface="Tahoma"/>
              </a:rPr>
              <a:t>An empty cell is found, or</a:t>
            </a:r>
            <a:endParaRPr/>
          </a:p>
          <a:p>
            <a:pPr marL="1143000" marR="0" lvl="2" indent="-228600" algn="l" rtl="0">
              <a:lnSpc>
                <a:spcPct val="100000"/>
              </a:lnSpc>
              <a:spcBef>
                <a:spcPts val="360"/>
              </a:spcBef>
              <a:spcAft>
                <a:spcPts val="0"/>
              </a:spcAft>
              <a:buClr>
                <a:srgbClr val="6F89F7"/>
              </a:buClr>
              <a:buSzPts val="1710"/>
              <a:buFont typeface="Noto Sans Symbols"/>
              <a:buChar char="⬥"/>
            </a:pPr>
            <a:r>
              <a:rPr lang="en-US" sz="1800" b="0" i="0" u="none" strike="noStrike" cap="none">
                <a:solidFill>
                  <a:srgbClr val="40458C"/>
                </a:solidFill>
                <a:latin typeface="Times New Roman"/>
                <a:ea typeface="Times New Roman"/>
                <a:cs typeface="Times New Roman"/>
                <a:sym typeface="Times New Roman"/>
              </a:rPr>
              <a:t>N cells have been checked</a:t>
            </a:r>
            <a:r>
              <a:rPr lang="en-US" sz="1800" b="0" i="0" u="none" strike="noStrike" cap="none">
                <a:solidFill>
                  <a:srgbClr val="40458C"/>
                </a:solidFill>
                <a:latin typeface="Tahoma"/>
                <a:ea typeface="Tahoma"/>
                <a:cs typeface="Tahoma"/>
                <a:sym typeface="Tahoma"/>
              </a:rPr>
              <a:t> </a:t>
            </a:r>
            <a:r>
              <a:rPr lang="en-US" sz="1800" b="0" i="0" u="none" strike="noStrike" cap="none">
                <a:solidFill>
                  <a:srgbClr val="40458C"/>
                </a:solidFill>
                <a:latin typeface="Times New Roman"/>
                <a:ea typeface="Times New Roman"/>
                <a:cs typeface="Times New Roman"/>
                <a:sym typeface="Times New Roman"/>
              </a:rPr>
              <a:t>without benefit.</a:t>
            </a:r>
            <a:endParaRPr/>
          </a:p>
        </p:txBody>
      </p:sp>
      <p:sp>
        <p:nvSpPr>
          <p:cNvPr id="322" name="Google Shape;322;p13"/>
          <p:cNvSpPr txBox="1"/>
          <p:nvPr/>
        </p:nvSpPr>
        <p:spPr>
          <a:xfrm>
            <a:off x="6302829" y="1419559"/>
            <a:ext cx="5529941" cy="4249328"/>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Algorithm</a:t>
            </a:r>
            <a:r>
              <a:rPr lang="en-US" sz="1800" b="0" i="0" u="none" strike="noStrike" cap="none" dirty="0">
                <a:solidFill>
                  <a:srgbClr val="40458C"/>
                </a:solidFill>
                <a:latin typeface="Times New Roman"/>
                <a:ea typeface="Times New Roman"/>
                <a:cs typeface="Times New Roman"/>
                <a:sym typeface="Times New Roman"/>
              </a:rPr>
              <a:t> </a:t>
            </a:r>
            <a:r>
              <a:rPr lang="en-US" sz="1800" b="1" i="1" u="none" strike="noStrike" cap="none" dirty="0" err="1">
                <a:solidFill>
                  <a:srgbClr val="BE2D00"/>
                </a:solidFill>
                <a:latin typeface="Times New Roman"/>
                <a:ea typeface="Times New Roman"/>
                <a:cs typeface="Times New Roman"/>
                <a:sym typeface="Times New Roman"/>
              </a:rPr>
              <a:t>findElement</a:t>
            </a:r>
            <a:r>
              <a:rPr lang="en-US" sz="1800" b="0" i="0" u="none" strike="noStrike" cap="none" dirty="0">
                <a:solidFill>
                  <a:srgbClr val="BE2D00"/>
                </a:solidFill>
                <a:latin typeface="Times New Roman"/>
                <a:ea typeface="Times New Roman"/>
                <a:cs typeface="Times New Roman"/>
                <a:sym typeface="Times New Roman"/>
              </a:rPr>
              <a:t>(</a:t>
            </a:r>
            <a:r>
              <a:rPr lang="en-US" sz="1800" b="1" i="1" u="none" strike="noStrike" cap="none" dirty="0">
                <a:solidFill>
                  <a:srgbClr val="BE2D00"/>
                </a:solidFill>
                <a:latin typeface="Times New Roman"/>
                <a:ea typeface="Times New Roman"/>
                <a:cs typeface="Times New Roman"/>
                <a:sym typeface="Times New Roman"/>
              </a:rPr>
              <a:t>k</a:t>
            </a:r>
            <a:r>
              <a:rPr lang="en-US" sz="1800" b="0" i="0" u="none" strike="noStrike" cap="none" dirty="0">
                <a:solidFill>
                  <a:srgbClr val="BE2D00"/>
                </a:solidFill>
                <a:latin typeface="Times New Roman"/>
                <a:ea typeface="Times New Roman"/>
                <a:cs typeface="Times New Roman"/>
                <a:sym typeface="Times New Roman"/>
              </a:rPr>
              <a:t>)	</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0" i="0" u="none" strike="noStrike" cap="none" dirty="0">
                <a:solidFill>
                  <a:srgbClr val="BE2D00"/>
                </a:solidFill>
                <a:latin typeface="Times New Roman"/>
                <a:ea typeface="Times New Roman"/>
                <a:cs typeface="Times New Roman"/>
                <a:sym typeface="Times New Roman"/>
              </a:rPr>
              <a:t>	</a:t>
            </a:r>
            <a:r>
              <a:rPr lang="en-US" sz="1800" b="1" i="1" u="none" strike="noStrike" cap="none" dirty="0" err="1">
                <a:solidFill>
                  <a:srgbClr val="577052"/>
                </a:solidFill>
                <a:latin typeface="Times New Roman"/>
                <a:ea typeface="Times New Roman"/>
                <a:cs typeface="Times New Roman"/>
                <a:sym typeface="Times New Roman"/>
              </a:rPr>
              <a:t>i</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h</a:t>
            </a:r>
            <a:r>
              <a:rPr lang="en-US" sz="1800" b="0" i="0" u="none" strike="noStrike" cap="none" dirty="0">
                <a:solidFill>
                  <a:srgbClr val="577052"/>
                </a:solidFill>
                <a:latin typeface="Times New Roman"/>
                <a:ea typeface="Times New Roman"/>
                <a:cs typeface="Times New Roman"/>
                <a:sym typeface="Times New Roman"/>
              </a:rPr>
              <a:t>(</a:t>
            </a:r>
            <a:r>
              <a:rPr lang="en-US" sz="1800" b="1" i="1" u="none" strike="noStrike" cap="none" dirty="0">
                <a:solidFill>
                  <a:srgbClr val="577052"/>
                </a:solidFill>
                <a:latin typeface="Times New Roman"/>
                <a:ea typeface="Times New Roman"/>
                <a:cs typeface="Times New Roman"/>
                <a:sym typeface="Times New Roman"/>
              </a:rPr>
              <a:t>k</a:t>
            </a:r>
            <a:r>
              <a:rPr lang="en-US" sz="1800" b="0" i="0" u="none" strike="noStrike" cap="none" dirty="0">
                <a:solidFill>
                  <a:srgbClr val="577052"/>
                </a:solidFill>
                <a:latin typeface="Times New Roman"/>
                <a:ea typeface="Times New Roman"/>
                <a:cs typeface="Times New Roman"/>
                <a:sym typeface="Times New Roman"/>
              </a:rPr>
              <a:t>)  // start at this cell </a:t>
            </a:r>
            <a:r>
              <a:rPr lang="en-US" sz="1800" b="1" i="1" u="none" strike="noStrike" cap="none" dirty="0">
                <a:solidFill>
                  <a:srgbClr val="577052"/>
                </a:solidFill>
                <a:latin typeface="Times New Roman"/>
                <a:ea typeface="Times New Roman"/>
                <a:cs typeface="Times New Roman"/>
                <a:sym typeface="Times New Roman"/>
              </a:rPr>
              <a:t>h(k) </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p</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Times New Roman"/>
                <a:ea typeface="Times New Roman"/>
                <a:cs typeface="Times New Roman"/>
                <a:sym typeface="Times New Roman"/>
              </a:rPr>
              <a:t>0</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0" i="0" u="none" strike="noStrike" cap="none" dirty="0">
                <a:solidFill>
                  <a:srgbClr val="BE2D00"/>
                </a:solidFill>
                <a:latin typeface="Times New Roman"/>
                <a:ea typeface="Times New Roman"/>
                <a:cs typeface="Times New Roman"/>
                <a:sym typeface="Times New Roman"/>
              </a:rPr>
              <a:t>	</a:t>
            </a:r>
            <a:r>
              <a:rPr lang="en-US" sz="1800" b="1" i="0" u="none" strike="noStrike" cap="none" dirty="0">
                <a:solidFill>
                  <a:srgbClr val="000000"/>
                </a:solidFill>
                <a:latin typeface="Times New Roman"/>
                <a:ea typeface="Times New Roman"/>
                <a:cs typeface="Times New Roman"/>
                <a:sym typeface="Times New Roman"/>
              </a:rPr>
              <a:t>repeat</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c</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A</a:t>
            </a:r>
            <a:r>
              <a:rPr lang="en-US" sz="1800" b="0" i="0" u="none" strike="noStrike" cap="none" dirty="0">
                <a:solidFill>
                  <a:srgbClr val="577052"/>
                </a:solidFill>
                <a:latin typeface="Times New Roman"/>
                <a:ea typeface="Times New Roman"/>
                <a:cs typeface="Times New Roman"/>
                <a:sym typeface="Times New Roman"/>
              </a:rPr>
              <a:t>[</a:t>
            </a:r>
            <a:r>
              <a:rPr lang="en-US" sz="1800" b="1" i="1" u="none" strike="noStrike" cap="none" dirty="0" err="1">
                <a:solidFill>
                  <a:srgbClr val="577052"/>
                </a:solidFill>
                <a:latin typeface="Times New Roman"/>
                <a:ea typeface="Times New Roman"/>
                <a:cs typeface="Times New Roman"/>
                <a:sym typeface="Times New Roman"/>
              </a:rPr>
              <a:t>i</a:t>
            </a:r>
            <a:r>
              <a:rPr lang="en-US" sz="1800" b="0" i="0" u="none" strike="noStrike" cap="none" dirty="0">
                <a:solidFill>
                  <a:srgbClr val="577052"/>
                </a:solidFill>
                <a:latin typeface="Times New Roman"/>
                <a:ea typeface="Times New Roman"/>
                <a:cs typeface="Times New Roman"/>
                <a:sym typeface="Times New Roman"/>
              </a:rPr>
              <a:t>]</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0" i="0" u="none" strike="noStrike" cap="none" dirty="0">
                <a:solidFill>
                  <a:srgbClr val="577052"/>
                </a:solidFill>
                <a:latin typeface="Times New Roman"/>
                <a:ea typeface="Times New Roman"/>
                <a:cs typeface="Times New Roman"/>
                <a:sym typeface="Times New Roman"/>
              </a:rPr>
              <a:t>		</a:t>
            </a:r>
            <a:r>
              <a:rPr lang="en-US" sz="1800" b="1" i="0" u="none" strike="noStrike" cap="none" dirty="0">
                <a:solidFill>
                  <a:srgbClr val="000000"/>
                </a:solidFill>
                <a:latin typeface="Times New Roman"/>
                <a:ea typeface="Times New Roman"/>
                <a:cs typeface="Times New Roman"/>
                <a:sym typeface="Times New Roman"/>
              </a:rPr>
              <a:t>if  </a:t>
            </a:r>
            <a:r>
              <a:rPr lang="en-US" sz="1800" b="1" i="1" u="none" strike="noStrike" cap="none" dirty="0">
                <a:solidFill>
                  <a:srgbClr val="577052"/>
                </a:solidFill>
                <a:latin typeface="Times New Roman"/>
                <a:ea typeface="Times New Roman"/>
                <a:cs typeface="Times New Roman"/>
                <a:sym typeface="Times New Roman"/>
              </a:rPr>
              <a:t>c</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  //</a:t>
            </a:r>
            <a:r>
              <a:rPr lang="en-US" sz="1800" b="0" i="0" u="none" strike="noStrike" cap="none" dirty="0">
                <a:solidFill>
                  <a:srgbClr val="577052"/>
                </a:solidFill>
                <a:latin typeface="Times New Roman"/>
                <a:ea typeface="Times New Roman"/>
                <a:cs typeface="Times New Roman"/>
                <a:sym typeface="Times New Roman"/>
              </a:rPr>
              <a:t>empty location</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0" i="0" u="none" strike="noStrike" cap="none" dirty="0">
                <a:solidFill>
                  <a:srgbClr val="577052"/>
                </a:solidFill>
                <a:latin typeface="Noto Sans Symbols"/>
                <a:ea typeface="Noto Sans Symbols"/>
                <a:cs typeface="Noto Sans Symbols"/>
                <a:sym typeface="Noto Sans Symbols"/>
              </a:rPr>
              <a:t>			</a:t>
            </a:r>
            <a:r>
              <a:rPr lang="en-US" sz="1800" b="1" i="0" u="none" strike="noStrike" cap="none" dirty="0">
                <a:solidFill>
                  <a:srgbClr val="000000"/>
                </a:solidFill>
                <a:latin typeface="Times New Roman"/>
                <a:ea typeface="Times New Roman"/>
                <a:cs typeface="Times New Roman"/>
                <a:sym typeface="Times New Roman"/>
              </a:rPr>
              <a:t>return</a:t>
            </a: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NO_SUCH_KEY</a:t>
            </a:r>
            <a:endParaRPr sz="1800" b="1" i="0" u="none" strike="noStrike" cap="none" dirty="0">
              <a:solidFill>
                <a:srgbClr val="577052"/>
              </a:solidFill>
              <a:latin typeface="Times New Roman"/>
              <a:ea typeface="Times New Roman"/>
              <a:cs typeface="Times New Roman"/>
              <a:sym typeface="Times New Roman"/>
            </a:endParaRPr>
          </a:p>
          <a:p>
            <a:pPr marL="0" marR="0" lvl="0" indent="0" algn="l" rtl="0">
              <a:lnSpc>
                <a:spcPct val="90000"/>
              </a:lnSpc>
              <a:spcBef>
                <a:spcPts val="36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	   else if </a:t>
            </a:r>
            <a:r>
              <a:rPr lang="en-US" sz="1800" b="1" i="1" u="none" strike="noStrike" cap="none" dirty="0" err="1">
                <a:solidFill>
                  <a:srgbClr val="577052"/>
                </a:solidFill>
                <a:latin typeface="Times New Roman"/>
                <a:ea typeface="Times New Roman"/>
                <a:cs typeface="Times New Roman"/>
                <a:sym typeface="Times New Roman"/>
              </a:rPr>
              <a:t>c.key</a:t>
            </a:r>
            <a:r>
              <a:rPr lang="en-US" sz="1800" b="1" i="1"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k</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1" i="1" u="none" strike="noStrike" cap="none" dirty="0">
                <a:solidFill>
                  <a:srgbClr val="577052"/>
                </a:solidFill>
                <a:latin typeface="Times New Roman"/>
                <a:ea typeface="Times New Roman"/>
                <a:cs typeface="Times New Roman"/>
                <a:sym typeface="Times New Roman"/>
              </a:rPr>
              <a:t>			</a:t>
            </a:r>
            <a:r>
              <a:rPr lang="en-US" sz="1800" b="1" i="0" u="none" strike="noStrike" cap="none" dirty="0">
                <a:solidFill>
                  <a:srgbClr val="000000"/>
                </a:solidFill>
                <a:latin typeface="Times New Roman"/>
                <a:ea typeface="Times New Roman"/>
                <a:cs typeface="Times New Roman"/>
                <a:sym typeface="Times New Roman"/>
              </a:rPr>
              <a:t>return</a:t>
            </a: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err="1">
                <a:solidFill>
                  <a:srgbClr val="577052"/>
                </a:solidFill>
                <a:latin typeface="Times New Roman"/>
                <a:ea typeface="Times New Roman"/>
                <a:cs typeface="Times New Roman"/>
                <a:sym typeface="Times New Roman"/>
              </a:rPr>
              <a:t>c.element</a:t>
            </a:r>
            <a:r>
              <a:rPr lang="en-US" sz="1800" b="0" i="0" u="none" strike="noStrike" cap="none" dirty="0">
                <a:solidFill>
                  <a:srgbClr val="577052"/>
                </a:solidFill>
                <a:latin typeface="Times New Roman"/>
                <a:ea typeface="Times New Roman"/>
                <a:cs typeface="Times New Roman"/>
                <a:sym typeface="Times New Roman"/>
              </a:rPr>
              <a:t>()</a:t>
            </a:r>
            <a:endParaRPr sz="1800" b="0" i="0" u="none" strike="noStrike" cap="none" dirty="0">
              <a:solidFill>
                <a:srgbClr val="BE2D00"/>
              </a:solidFill>
              <a:latin typeface="Times New Roman"/>
              <a:ea typeface="Times New Roman"/>
              <a:cs typeface="Times New Roman"/>
              <a:sym typeface="Times New Roman"/>
            </a:endParaRPr>
          </a:p>
          <a:p>
            <a:pPr marL="0" marR="0" lvl="0" indent="0" algn="l" rtl="0">
              <a:lnSpc>
                <a:spcPct val="90000"/>
              </a:lnSpc>
              <a:spcBef>
                <a:spcPts val="36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		else</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			</a:t>
            </a:r>
            <a:r>
              <a:rPr lang="en-US" sz="1800" b="1" i="1" u="none" strike="noStrike" cap="none" dirty="0" err="1">
                <a:solidFill>
                  <a:srgbClr val="577052"/>
                </a:solidFill>
                <a:latin typeface="Times New Roman"/>
                <a:ea typeface="Times New Roman"/>
                <a:cs typeface="Times New Roman"/>
                <a:sym typeface="Times New Roman"/>
              </a:rPr>
              <a:t>i</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Times New Roman"/>
                <a:ea typeface="Times New Roman"/>
                <a:cs typeface="Times New Roman"/>
                <a:sym typeface="Times New Roman"/>
              </a:rPr>
              <a:t>(</a:t>
            </a:r>
            <a:r>
              <a:rPr lang="en-US" sz="1800" b="1" i="1" u="none" strike="noStrike" cap="none" dirty="0" err="1">
                <a:solidFill>
                  <a:srgbClr val="577052"/>
                </a:solidFill>
                <a:latin typeface="Times New Roman"/>
                <a:ea typeface="Times New Roman"/>
                <a:cs typeface="Times New Roman"/>
                <a:sym typeface="Times New Roman"/>
              </a:rPr>
              <a:t>i</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Times New Roman"/>
                <a:ea typeface="Times New Roman"/>
                <a:cs typeface="Times New Roman"/>
                <a:sym typeface="Times New Roman"/>
              </a:rPr>
              <a:t>1)</a:t>
            </a:r>
            <a:r>
              <a:rPr lang="en-US" sz="1800" b="1" i="1"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Times New Roman"/>
                <a:ea typeface="Times New Roman"/>
                <a:cs typeface="Times New Roman"/>
                <a:sym typeface="Times New Roman"/>
              </a:rPr>
              <a:t>mod</a:t>
            </a:r>
            <a:r>
              <a:rPr lang="en-US" sz="1800" b="1" i="1" u="none" strike="noStrike" cap="none" dirty="0">
                <a:solidFill>
                  <a:srgbClr val="577052"/>
                </a:solidFill>
                <a:latin typeface="Times New Roman"/>
                <a:ea typeface="Times New Roman"/>
                <a:cs typeface="Times New Roman"/>
                <a:sym typeface="Times New Roman"/>
              </a:rPr>
              <a:t> N</a:t>
            </a:r>
            <a:endParaRPr sz="1800" b="0" i="0" u="none" strike="noStrike" cap="none" dirty="0">
              <a:solidFill>
                <a:srgbClr val="577052"/>
              </a:solidFill>
              <a:latin typeface="Times New Roman"/>
              <a:ea typeface="Times New Roman"/>
              <a:cs typeface="Times New Roman"/>
              <a:sym typeface="Times New Roman"/>
            </a:endParaRPr>
          </a:p>
          <a:p>
            <a:pPr marL="285750" marR="0" lvl="1" indent="0" algn="l" rtl="0">
              <a:lnSpc>
                <a:spcPct val="90000"/>
              </a:lnSpc>
              <a:spcBef>
                <a:spcPts val="36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p</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p</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1" i="1"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Times New Roman"/>
                <a:ea typeface="Times New Roman"/>
                <a:cs typeface="Times New Roman"/>
                <a:sym typeface="Times New Roman"/>
              </a:rPr>
              <a:t>1</a:t>
            </a:r>
            <a:endParaRPr dirty="0"/>
          </a:p>
          <a:p>
            <a:pPr marL="285750" marR="0" lvl="1" indent="0" algn="l" rtl="0">
              <a:lnSpc>
                <a:spcPct val="90000"/>
              </a:lnSpc>
              <a:spcBef>
                <a:spcPts val="360"/>
              </a:spcBef>
              <a:spcAft>
                <a:spcPts val="0"/>
              </a:spcAft>
              <a:buClr>
                <a:srgbClr val="6F89F7"/>
              </a:buClr>
              <a:buSzPts val="1980"/>
              <a:buFont typeface="Noto Sans Symbols"/>
              <a:buNone/>
            </a:pPr>
            <a:r>
              <a:rPr lang="en-US" sz="1800" b="1" i="0" u="none" strike="noStrike" cap="none" dirty="0">
                <a:solidFill>
                  <a:srgbClr val="000000"/>
                </a:solidFill>
                <a:latin typeface="Times New Roman"/>
                <a:ea typeface="Times New Roman"/>
                <a:cs typeface="Times New Roman"/>
                <a:sym typeface="Times New Roman"/>
              </a:rPr>
              <a:t>until</a:t>
            </a: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p</a:t>
            </a:r>
            <a:r>
              <a:rPr lang="en-US" sz="1800" b="0" i="0" u="none" strike="noStrike" cap="none" dirty="0">
                <a:solidFill>
                  <a:srgbClr val="577052"/>
                </a:solidFill>
                <a:latin typeface="Times New Roman"/>
                <a:ea typeface="Times New Roman"/>
                <a:cs typeface="Times New Roman"/>
                <a:sym typeface="Times New Roman"/>
              </a:rPr>
              <a:t> </a:t>
            </a:r>
            <a:r>
              <a:rPr lang="en-US" sz="1800" b="0" i="0" u="none" strike="noStrike" cap="none" dirty="0">
                <a:solidFill>
                  <a:srgbClr val="577052"/>
                </a:solidFill>
                <a:latin typeface="Noto Sans Symbols"/>
                <a:ea typeface="Noto Sans Symbols"/>
                <a:cs typeface="Noto Sans Symbols"/>
                <a:sym typeface="Noto Sans Symbols"/>
              </a:rPr>
              <a:t>=</a:t>
            </a: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N</a:t>
            </a:r>
            <a:endParaRPr dirty="0"/>
          </a:p>
          <a:p>
            <a:pPr marL="0" marR="0" lvl="0" indent="0" algn="l" rtl="0">
              <a:lnSpc>
                <a:spcPct val="90000"/>
              </a:lnSpc>
              <a:spcBef>
                <a:spcPts val="360"/>
              </a:spcBef>
              <a:spcAft>
                <a:spcPts val="0"/>
              </a:spcAft>
              <a:buClr>
                <a:srgbClr val="6F89F7"/>
              </a:buClr>
              <a:buSzPts val="1980"/>
              <a:buFont typeface="Noto Sans Symbols"/>
              <a:buNone/>
            </a:pPr>
            <a:r>
              <a:rPr lang="en-US" sz="1800" b="0" i="0" u="none" strike="noStrike" cap="none" dirty="0">
                <a:solidFill>
                  <a:srgbClr val="577052"/>
                </a:solidFill>
                <a:latin typeface="Noto Sans Symbols"/>
                <a:ea typeface="Noto Sans Symbols"/>
                <a:cs typeface="Noto Sans Symbols"/>
                <a:sym typeface="Noto Sans Symbols"/>
              </a:rPr>
              <a:t>	</a:t>
            </a:r>
            <a:r>
              <a:rPr lang="en-US" sz="1800" b="1" i="0" u="none" strike="noStrike" cap="none" dirty="0">
                <a:solidFill>
                  <a:srgbClr val="000000"/>
                </a:solidFill>
                <a:latin typeface="Times New Roman"/>
                <a:ea typeface="Times New Roman"/>
                <a:cs typeface="Times New Roman"/>
                <a:sym typeface="Times New Roman"/>
              </a:rPr>
              <a:t>return</a:t>
            </a:r>
            <a:r>
              <a:rPr lang="en-US" sz="1800" b="0" i="0" u="none" strike="noStrike" cap="none" dirty="0">
                <a:solidFill>
                  <a:srgbClr val="577052"/>
                </a:solidFill>
                <a:latin typeface="Times New Roman"/>
                <a:ea typeface="Times New Roman"/>
                <a:cs typeface="Times New Roman"/>
                <a:sym typeface="Times New Roman"/>
              </a:rPr>
              <a:t> </a:t>
            </a:r>
            <a:r>
              <a:rPr lang="en-US" sz="1800" b="1" i="1" u="none" strike="noStrike" cap="none" dirty="0">
                <a:solidFill>
                  <a:srgbClr val="577052"/>
                </a:solidFill>
                <a:latin typeface="Times New Roman"/>
                <a:ea typeface="Times New Roman"/>
                <a:cs typeface="Times New Roman"/>
                <a:sym typeface="Times New Roman"/>
              </a:rPr>
              <a:t>NO_SUCH_KEY</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4"/>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14</a:t>
            </a:fld>
            <a:endParaRPr/>
          </a:p>
        </p:txBody>
      </p:sp>
      <p:sp>
        <p:nvSpPr>
          <p:cNvPr id="328" name="Google Shape;328;p14"/>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29" name="Google Shape;329;p14"/>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330" name="Google Shape;330;p14"/>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331" name="Google Shape;331;p14"/>
          <p:cNvSpPr txBox="1"/>
          <p:nvPr/>
        </p:nvSpPr>
        <p:spPr>
          <a:xfrm>
            <a:off x="424476" y="288925"/>
            <a:ext cx="77724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Updates with Linear Probing</a:t>
            </a:r>
            <a:endParaRPr/>
          </a:p>
        </p:txBody>
      </p:sp>
      <p:sp>
        <p:nvSpPr>
          <p:cNvPr id="332" name="Google Shape;332;p14" descr="Rectangle: Click to edit Master text styles&#10;Second level&#10;Third level&#10;Fourth level&#10;Fifth level"/>
          <p:cNvSpPr txBox="1"/>
          <p:nvPr/>
        </p:nvSpPr>
        <p:spPr>
          <a:xfrm>
            <a:off x="1448735" y="1431925"/>
            <a:ext cx="41148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To handle insertions and deletions, we introduce a special object, called </a:t>
            </a:r>
            <a:r>
              <a:rPr lang="en-US" sz="2000" b="1" i="1" u="none" strike="noStrike" cap="none">
                <a:solidFill>
                  <a:srgbClr val="40458C"/>
                </a:solidFill>
                <a:latin typeface="Times New Roman"/>
                <a:ea typeface="Times New Roman"/>
                <a:cs typeface="Times New Roman"/>
                <a:sym typeface="Times New Roman"/>
              </a:rPr>
              <a:t>AVAILABLE</a:t>
            </a:r>
            <a:r>
              <a:rPr lang="en-US" sz="2000" b="0" i="0" u="none" strike="noStrike" cap="none">
                <a:solidFill>
                  <a:srgbClr val="40458C"/>
                </a:solidFill>
                <a:latin typeface="Tahoma"/>
                <a:ea typeface="Tahoma"/>
                <a:cs typeface="Tahoma"/>
                <a:sym typeface="Tahoma"/>
              </a:rPr>
              <a:t>, which replaces deleted elements.</a:t>
            </a:r>
            <a:endParaRPr/>
          </a:p>
          <a:p>
            <a:pPr marL="342900" marR="0" lvl="0" indent="-342900" algn="l" rtl="0">
              <a:lnSpc>
                <a:spcPct val="100000"/>
              </a:lnSpc>
              <a:spcBef>
                <a:spcPts val="400"/>
              </a:spcBef>
              <a:spcAft>
                <a:spcPts val="0"/>
              </a:spcAft>
              <a:buClr>
                <a:srgbClr val="6F89F7"/>
              </a:buClr>
              <a:buSzPts val="2200"/>
              <a:buFont typeface="Noto Sans Symbols"/>
              <a:buChar char="•"/>
            </a:pPr>
            <a:r>
              <a:rPr lang="en-US" sz="2000" b="0" i="0" u="none" strike="noStrike" cap="none">
                <a:solidFill>
                  <a:srgbClr val="BE2D00"/>
                </a:solidFill>
                <a:latin typeface="Tahoma"/>
                <a:ea typeface="Tahoma"/>
                <a:cs typeface="Tahoma"/>
                <a:sym typeface="Tahoma"/>
              </a:rPr>
              <a:t>removeElement</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a:t>
            </a:r>
            <a:r>
              <a:rPr lang="en-US" sz="2000" b="0" i="0" u="none" strike="noStrike" cap="none">
                <a:solidFill>
                  <a:srgbClr val="40458C"/>
                </a:solidFill>
                <a:latin typeface="Times New Roman"/>
                <a:ea typeface="Times New Roman"/>
                <a:cs typeface="Times New Roman"/>
                <a:sym typeface="Times New Roman"/>
              </a:rPr>
              <a:t>)</a:t>
            </a:r>
            <a:endParaRPr sz="2000" b="0" i="0" u="none" strike="noStrike" cap="none">
              <a:solidFill>
                <a:srgbClr val="40458C"/>
              </a:solidFill>
              <a:latin typeface="Tahoma"/>
              <a:ea typeface="Tahoma"/>
              <a:cs typeface="Tahoma"/>
              <a:sym typeface="Tahoma"/>
            </a:endParaRPr>
          </a:p>
          <a:p>
            <a:pPr marL="742950" marR="0" lvl="1" indent="-285750" algn="l" rtl="0">
              <a:lnSpc>
                <a:spcPct val="100000"/>
              </a:lnSpc>
              <a:spcBef>
                <a:spcPts val="36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We search for an item with key </a:t>
            </a:r>
            <a:r>
              <a:rPr lang="en-US" sz="1800" b="1" i="1" u="none" strike="noStrike" cap="none">
                <a:solidFill>
                  <a:srgbClr val="40458C"/>
                </a:solidFill>
                <a:latin typeface="Times New Roman"/>
                <a:ea typeface="Times New Roman"/>
                <a:cs typeface="Times New Roman"/>
                <a:sym typeface="Times New Roman"/>
              </a:rPr>
              <a:t>k</a:t>
            </a:r>
            <a:r>
              <a:rPr lang="en-US" sz="1800" b="0" i="0" u="none" strike="noStrike" cap="none">
                <a:solidFill>
                  <a:srgbClr val="40458C"/>
                </a:solidFill>
                <a:latin typeface="Tahoma"/>
                <a:ea typeface="Tahoma"/>
                <a:cs typeface="Tahoma"/>
                <a:sym typeface="Tahoma"/>
              </a:rPr>
              <a:t>.</a:t>
            </a:r>
            <a:endParaRPr/>
          </a:p>
          <a:p>
            <a:pPr marL="742950" marR="0" lvl="1" indent="-285750" algn="l" rtl="0">
              <a:lnSpc>
                <a:spcPct val="100000"/>
              </a:lnSpc>
              <a:spcBef>
                <a:spcPts val="40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If such an item </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 o</a:t>
            </a:r>
            <a:r>
              <a:rPr lang="en-US" sz="2000" b="0" i="0" u="none" strike="noStrike" cap="none">
                <a:solidFill>
                  <a:srgbClr val="40458C"/>
                </a:solidFill>
                <a:latin typeface="Times New Roman"/>
                <a:ea typeface="Times New Roman"/>
                <a:cs typeface="Times New Roman"/>
                <a:sym typeface="Times New Roman"/>
              </a:rPr>
              <a:t>)</a:t>
            </a:r>
            <a:r>
              <a:rPr lang="en-US" sz="1800" b="0" i="0" u="none" strike="noStrike" cap="none">
                <a:solidFill>
                  <a:srgbClr val="40458C"/>
                </a:solidFill>
                <a:latin typeface="Tahoma"/>
                <a:ea typeface="Tahoma"/>
                <a:cs typeface="Tahoma"/>
                <a:sym typeface="Tahoma"/>
              </a:rPr>
              <a:t> is found, we replace it with the special item </a:t>
            </a:r>
            <a:r>
              <a:rPr lang="en-US" sz="1800" b="1" i="1" u="none" strike="noStrike" cap="none">
                <a:solidFill>
                  <a:srgbClr val="00B0F0"/>
                </a:solidFill>
                <a:latin typeface="Times New Roman"/>
                <a:ea typeface="Times New Roman"/>
                <a:cs typeface="Times New Roman"/>
                <a:sym typeface="Times New Roman"/>
              </a:rPr>
              <a:t>AVAILABLE</a:t>
            </a:r>
            <a:r>
              <a:rPr lang="en-US" sz="1800" b="0" i="0" u="none" strike="noStrike" cap="none">
                <a:solidFill>
                  <a:srgbClr val="40458C"/>
                </a:solidFill>
                <a:latin typeface="Tahoma"/>
                <a:ea typeface="Tahoma"/>
                <a:cs typeface="Tahoma"/>
                <a:sym typeface="Tahoma"/>
              </a:rPr>
              <a:t> and we return element </a:t>
            </a:r>
            <a:r>
              <a:rPr lang="en-US" sz="1800" b="0" i="1" u="none" strike="noStrike" cap="none">
                <a:solidFill>
                  <a:srgbClr val="40458C"/>
                </a:solidFill>
                <a:latin typeface="Tahoma"/>
                <a:ea typeface="Tahoma"/>
                <a:cs typeface="Tahoma"/>
                <a:sym typeface="Tahoma"/>
              </a:rPr>
              <a:t>o</a:t>
            </a:r>
            <a:r>
              <a:rPr lang="en-US" sz="1800" b="0" i="0" u="none" strike="noStrike" cap="none">
                <a:solidFill>
                  <a:srgbClr val="40458C"/>
                </a:solidFill>
                <a:latin typeface="Tahoma"/>
                <a:ea typeface="Tahoma"/>
                <a:cs typeface="Tahoma"/>
                <a:sym typeface="Tahoma"/>
              </a:rPr>
              <a:t> /object </a:t>
            </a:r>
            <a:r>
              <a:rPr lang="en-US" sz="2000" b="1" i="1" u="none" strike="noStrike" cap="none">
                <a:solidFill>
                  <a:srgbClr val="40458C"/>
                </a:solidFill>
                <a:latin typeface="Times New Roman"/>
                <a:ea typeface="Times New Roman"/>
                <a:cs typeface="Times New Roman"/>
                <a:sym typeface="Times New Roman"/>
              </a:rPr>
              <a:t>o</a:t>
            </a:r>
            <a:endParaRPr sz="1800" b="0" i="0" u="none" strike="noStrike" cap="none">
              <a:solidFill>
                <a:srgbClr val="40458C"/>
              </a:solidFill>
              <a:latin typeface="Tahoma"/>
              <a:ea typeface="Tahoma"/>
              <a:cs typeface="Tahoma"/>
              <a:sym typeface="Tahoma"/>
            </a:endParaRPr>
          </a:p>
          <a:p>
            <a:pPr marL="742950" marR="0" lvl="1" indent="-285750" algn="l" rtl="0">
              <a:lnSpc>
                <a:spcPct val="100000"/>
              </a:lnSpc>
              <a:spcBef>
                <a:spcPts val="360"/>
              </a:spcBef>
              <a:spcAft>
                <a:spcPts val="0"/>
              </a:spcAft>
              <a:buClr>
                <a:srgbClr val="40458C"/>
              </a:buClr>
              <a:buSzPts val="1080"/>
              <a:buFont typeface="Noto Sans Symbols"/>
              <a:buChar char="■"/>
            </a:pPr>
            <a:r>
              <a:rPr lang="en-US" sz="1800" b="0" i="0" u="none" strike="noStrike" cap="none">
                <a:solidFill>
                  <a:srgbClr val="40458C"/>
                </a:solidFill>
                <a:latin typeface="Tahoma"/>
                <a:ea typeface="Tahoma"/>
                <a:cs typeface="Tahoma"/>
                <a:sym typeface="Tahoma"/>
              </a:rPr>
              <a:t>Else, we return </a:t>
            </a:r>
            <a:r>
              <a:rPr lang="en-US" sz="1800" b="1" i="1" u="none" strike="noStrike" cap="none">
                <a:solidFill>
                  <a:srgbClr val="40458C"/>
                </a:solidFill>
                <a:latin typeface="Times New Roman"/>
                <a:ea typeface="Times New Roman"/>
                <a:cs typeface="Times New Roman"/>
                <a:sym typeface="Times New Roman"/>
              </a:rPr>
              <a:t>NO_SUCH_KEY</a:t>
            </a:r>
            <a:endParaRPr/>
          </a:p>
        </p:txBody>
      </p:sp>
      <p:sp>
        <p:nvSpPr>
          <p:cNvPr id="333" name="Google Shape;333;p14" descr="Rectangle: Click to edit Master text styles&#10;Second level&#10;Third level&#10;Fourth level&#10;Fifth level"/>
          <p:cNvSpPr txBox="1"/>
          <p:nvPr/>
        </p:nvSpPr>
        <p:spPr>
          <a:xfrm>
            <a:off x="6296240" y="1408551"/>
            <a:ext cx="41148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640"/>
              <a:buFont typeface="Noto Sans Symbols"/>
              <a:buChar char="•"/>
            </a:pPr>
            <a:r>
              <a:rPr lang="en-US" sz="2400" b="0" i="0" u="none" strike="noStrike" cap="none">
                <a:solidFill>
                  <a:srgbClr val="BE2D00"/>
                </a:solidFill>
                <a:latin typeface="Tahoma"/>
                <a:ea typeface="Tahoma"/>
                <a:cs typeface="Tahoma"/>
                <a:sym typeface="Tahoma"/>
              </a:rPr>
              <a:t>insert Item</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Times New Roman"/>
                <a:ea typeface="Times New Roman"/>
                <a:cs typeface="Times New Roman"/>
                <a:sym typeface="Times New Roman"/>
              </a:rPr>
              <a:t>k, o</a:t>
            </a:r>
            <a:r>
              <a:rPr lang="en-US" sz="2400" b="0" i="0" u="none" strike="noStrike" cap="none">
                <a:solidFill>
                  <a:srgbClr val="40458C"/>
                </a:solidFill>
                <a:latin typeface="Times New Roman"/>
                <a:ea typeface="Times New Roman"/>
                <a:cs typeface="Times New Roman"/>
                <a:sym typeface="Times New Roman"/>
              </a:rPr>
              <a:t>)</a:t>
            </a:r>
            <a:endParaRPr sz="2400" b="0" i="0" u="none" strike="noStrike" cap="none">
              <a:solidFill>
                <a:srgbClr val="40458C"/>
              </a:solidFill>
              <a:latin typeface="Tahoma"/>
              <a:ea typeface="Tahoma"/>
              <a:cs typeface="Tahoma"/>
              <a:sym typeface="Tahoma"/>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throw an exception if the table is full.</a:t>
            </a:r>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start at cell </a:t>
            </a:r>
            <a:r>
              <a:rPr lang="en-US" sz="2000" b="1" i="1" u="none" strike="noStrike" cap="none">
                <a:solidFill>
                  <a:srgbClr val="40458C"/>
                </a:solidFill>
                <a:latin typeface="Times New Roman"/>
                <a:ea typeface="Times New Roman"/>
                <a:cs typeface="Times New Roman"/>
                <a:sym typeface="Times New Roman"/>
              </a:rPr>
              <a:t>h</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a:t>
            </a:r>
            <a:r>
              <a:rPr lang="en-US" sz="2000" b="0" i="0" u="none" strike="noStrike" cap="none">
                <a:solidFill>
                  <a:srgbClr val="40458C"/>
                </a:solidFill>
                <a:latin typeface="Times New Roman"/>
                <a:ea typeface="Times New Roman"/>
                <a:cs typeface="Times New Roman"/>
                <a:sym typeface="Times New Roman"/>
              </a:rPr>
              <a:t>) </a:t>
            </a:r>
            <a:endParaRPr sz="2000" b="0" i="0" u="none" strike="noStrike" cap="none">
              <a:solidFill>
                <a:srgbClr val="40458C"/>
              </a:solidFill>
              <a:latin typeface="Tahoma"/>
              <a:ea typeface="Tahoma"/>
              <a:cs typeface="Tahoma"/>
              <a:sym typeface="Tahoma"/>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probe consecutive cells until one of the following occurs.</a:t>
            </a:r>
            <a:endParaRPr/>
          </a:p>
          <a:p>
            <a:pPr marL="1143000" marR="0" lvl="2" indent="-228600" algn="l" rtl="0">
              <a:lnSpc>
                <a:spcPct val="90000"/>
              </a:lnSpc>
              <a:spcBef>
                <a:spcPts val="360"/>
              </a:spcBef>
              <a:spcAft>
                <a:spcPts val="0"/>
              </a:spcAft>
              <a:buClr>
                <a:srgbClr val="6F89F7"/>
              </a:buClr>
              <a:buSzPts val="1710"/>
              <a:buFont typeface="Noto Sans Symbols"/>
              <a:buChar char="⬥"/>
            </a:pPr>
            <a:r>
              <a:rPr lang="en-US" sz="1800" b="0" i="0" u="none" strike="noStrike" cap="none">
                <a:solidFill>
                  <a:srgbClr val="40458C"/>
                </a:solidFill>
                <a:latin typeface="Tahoma"/>
                <a:ea typeface="Tahoma"/>
                <a:cs typeface="Tahoma"/>
                <a:sym typeface="Tahoma"/>
              </a:rPr>
              <a:t>A cell </a:t>
            </a:r>
            <a:r>
              <a:rPr lang="en-US" sz="1800" b="1" i="1" u="none" strike="noStrike" cap="none">
                <a:solidFill>
                  <a:srgbClr val="40458C"/>
                </a:solidFill>
                <a:latin typeface="Times New Roman"/>
                <a:ea typeface="Times New Roman"/>
                <a:cs typeface="Times New Roman"/>
                <a:sym typeface="Times New Roman"/>
              </a:rPr>
              <a:t>i</a:t>
            </a:r>
            <a:r>
              <a:rPr lang="en-US" sz="1800" b="0" i="0" u="none" strike="noStrike" cap="none">
                <a:solidFill>
                  <a:srgbClr val="40458C"/>
                </a:solidFill>
                <a:latin typeface="Tahoma"/>
                <a:ea typeface="Tahoma"/>
                <a:cs typeface="Tahoma"/>
                <a:sym typeface="Tahoma"/>
              </a:rPr>
              <a:t> is found that is either empty or stores </a:t>
            </a:r>
            <a:r>
              <a:rPr lang="en-US" sz="1800" b="1" i="1" u="none" strike="noStrike" cap="none">
                <a:solidFill>
                  <a:srgbClr val="00B0F0"/>
                </a:solidFill>
                <a:latin typeface="Times New Roman"/>
                <a:ea typeface="Times New Roman"/>
                <a:cs typeface="Times New Roman"/>
                <a:sym typeface="Times New Roman"/>
              </a:rPr>
              <a:t>AVAILABLE</a:t>
            </a:r>
            <a:r>
              <a:rPr lang="en-US" sz="1800" b="0" i="0" u="none" strike="noStrike" cap="none">
                <a:solidFill>
                  <a:srgbClr val="40458C"/>
                </a:solidFill>
                <a:latin typeface="Tahoma"/>
                <a:ea typeface="Tahoma"/>
                <a:cs typeface="Tahoma"/>
                <a:sym typeface="Tahoma"/>
              </a:rPr>
              <a:t>, or</a:t>
            </a:r>
            <a:endParaRPr/>
          </a:p>
          <a:p>
            <a:pPr marL="1143000" marR="0" lvl="2" indent="-228600" algn="l" rtl="0">
              <a:lnSpc>
                <a:spcPct val="90000"/>
              </a:lnSpc>
              <a:spcBef>
                <a:spcPts val="360"/>
              </a:spcBef>
              <a:spcAft>
                <a:spcPts val="0"/>
              </a:spcAft>
              <a:buClr>
                <a:srgbClr val="6F89F7"/>
              </a:buClr>
              <a:buSzPts val="1710"/>
              <a:buFont typeface="Noto Sans Symbols"/>
              <a:buChar char="⬥"/>
            </a:pPr>
            <a:r>
              <a:rPr lang="en-US" sz="1800" b="1" i="1" u="none" strike="noStrike" cap="none">
                <a:solidFill>
                  <a:srgbClr val="40458C"/>
                </a:solidFill>
                <a:latin typeface="Times New Roman"/>
                <a:ea typeface="Times New Roman"/>
                <a:cs typeface="Times New Roman"/>
                <a:sym typeface="Times New Roman"/>
              </a:rPr>
              <a:t>N</a:t>
            </a:r>
            <a:r>
              <a:rPr lang="en-US" sz="1800" b="0" i="0" u="none" strike="noStrike" cap="none">
                <a:solidFill>
                  <a:srgbClr val="40458C"/>
                </a:solidFill>
                <a:latin typeface="Tahoma"/>
                <a:ea typeface="Tahoma"/>
                <a:cs typeface="Tahoma"/>
                <a:sym typeface="Tahoma"/>
              </a:rPr>
              <a:t> cells have been unsuccessfully probed</a:t>
            </a:r>
            <a:endParaRPr/>
          </a:p>
          <a:p>
            <a:pPr marL="742950" marR="0" lvl="1" indent="-285750" algn="l" rtl="0">
              <a:lnSpc>
                <a:spcPct val="90000"/>
              </a:lnSpc>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We store item </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 o</a:t>
            </a:r>
            <a:r>
              <a:rPr lang="en-US" sz="2000" b="0" i="0" u="none" strike="noStrike" cap="none">
                <a:solidFill>
                  <a:srgbClr val="40458C"/>
                </a:solidFill>
                <a:latin typeface="Times New Roman"/>
                <a:ea typeface="Times New Roman"/>
                <a:cs typeface="Times New Roman"/>
                <a:sym typeface="Times New Roman"/>
              </a:rPr>
              <a:t>)</a:t>
            </a:r>
            <a:r>
              <a:rPr lang="en-US" sz="2000" b="0" i="0" u="none" strike="noStrike" cap="none">
                <a:solidFill>
                  <a:srgbClr val="40458C"/>
                </a:solidFill>
                <a:latin typeface="Tahoma"/>
                <a:ea typeface="Tahoma"/>
                <a:cs typeface="Tahoma"/>
                <a:sym typeface="Tahoma"/>
              </a:rPr>
              <a:t> in cell </a:t>
            </a:r>
            <a:r>
              <a:rPr lang="en-US" sz="2000" b="1" i="1" u="none" strike="noStrike" cap="none">
                <a:solidFill>
                  <a:srgbClr val="40458C"/>
                </a:solidFill>
                <a:latin typeface="Times New Roman"/>
                <a:ea typeface="Times New Roman"/>
                <a:cs typeface="Times New Roman"/>
                <a:sym typeface="Times New Roman"/>
              </a:rPr>
              <a:t>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5"/>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15</a:t>
            </a:fld>
            <a:endParaRPr/>
          </a:p>
        </p:txBody>
      </p:sp>
      <p:sp>
        <p:nvSpPr>
          <p:cNvPr id="339" name="Google Shape;339;p15"/>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0" name="Google Shape;340;p15"/>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341" name="Google Shape;341;p15"/>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342" name="Google Shape;342;p15"/>
          <p:cNvSpPr txBox="1"/>
          <p:nvPr/>
        </p:nvSpPr>
        <p:spPr>
          <a:xfrm>
            <a:off x="256182" y="330200"/>
            <a:ext cx="77724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Double Hashing</a:t>
            </a:r>
            <a:endParaRPr/>
          </a:p>
        </p:txBody>
      </p:sp>
      <p:sp>
        <p:nvSpPr>
          <p:cNvPr id="343" name="Google Shape;343;p15" descr="Rectangle: Click to edit Master text styles&#10;Second level&#10;Third level&#10;Fourth level&#10;Fifth level"/>
          <p:cNvSpPr txBox="1"/>
          <p:nvPr/>
        </p:nvSpPr>
        <p:spPr>
          <a:xfrm>
            <a:off x="793920" y="1302325"/>
            <a:ext cx="4774775" cy="4775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420"/>
              <a:buFont typeface="Noto Sans Symbols"/>
              <a:buChar char="•"/>
            </a:pPr>
            <a:r>
              <a:rPr lang="en-US" sz="2200" b="0" i="0" u="none" strike="noStrike" cap="none">
                <a:solidFill>
                  <a:srgbClr val="40458C"/>
                </a:solidFill>
                <a:latin typeface="Tahoma"/>
                <a:ea typeface="Tahoma"/>
                <a:cs typeface="Tahoma"/>
                <a:sym typeface="Tahoma"/>
              </a:rPr>
              <a:t>Double hashing uses a secondary hash function </a:t>
            </a:r>
            <a:r>
              <a:rPr lang="en-US" sz="2200" b="1" i="1" u="none" strike="noStrike" cap="none">
                <a:solidFill>
                  <a:srgbClr val="40458C"/>
                </a:solidFill>
                <a:latin typeface="Times New Roman"/>
                <a:ea typeface="Times New Roman"/>
                <a:cs typeface="Times New Roman"/>
                <a:sym typeface="Times New Roman"/>
              </a:rPr>
              <a:t>d</a:t>
            </a:r>
            <a:r>
              <a:rPr lang="en-US" sz="2200" b="0" i="0" u="none" strike="noStrike" cap="none">
                <a:solidFill>
                  <a:srgbClr val="40458C"/>
                </a:solidFill>
                <a:latin typeface="Times New Roman"/>
                <a:ea typeface="Times New Roman"/>
                <a:cs typeface="Times New Roman"/>
                <a:sym typeface="Times New Roman"/>
              </a:rPr>
              <a:t>(</a:t>
            </a:r>
            <a:r>
              <a:rPr lang="en-US" sz="2200" b="1" i="1" u="none" strike="noStrike" cap="none">
                <a:solidFill>
                  <a:srgbClr val="40458C"/>
                </a:solidFill>
                <a:latin typeface="Times New Roman"/>
                <a:ea typeface="Times New Roman"/>
                <a:cs typeface="Times New Roman"/>
                <a:sym typeface="Times New Roman"/>
              </a:rPr>
              <a:t>k</a:t>
            </a:r>
            <a:r>
              <a:rPr lang="en-US" sz="2200" b="0" i="0" u="none" strike="noStrike" cap="none">
                <a:solidFill>
                  <a:srgbClr val="40458C"/>
                </a:solidFill>
                <a:latin typeface="Times New Roman"/>
                <a:ea typeface="Times New Roman"/>
                <a:cs typeface="Times New Roman"/>
                <a:sym typeface="Times New Roman"/>
              </a:rPr>
              <a:t>) </a:t>
            </a:r>
            <a:r>
              <a:rPr lang="en-US" sz="2200" b="0" i="0" u="none" strike="noStrike" cap="none">
                <a:solidFill>
                  <a:srgbClr val="40458C"/>
                </a:solidFill>
                <a:latin typeface="Tahoma"/>
                <a:ea typeface="Tahoma"/>
                <a:cs typeface="Tahoma"/>
                <a:sym typeface="Tahoma"/>
              </a:rPr>
              <a:t>and handles collisions by placing an item in the first available cell of the series.</a:t>
            </a:r>
            <a:endParaRPr/>
          </a:p>
          <a:p>
            <a:pPr marL="342900" marR="0" lvl="1" indent="-342900" algn="l" rtl="0">
              <a:lnSpc>
                <a:spcPct val="90000"/>
              </a:lnSpc>
              <a:spcBef>
                <a:spcPts val="1640"/>
              </a:spcBef>
              <a:spcAft>
                <a:spcPts val="0"/>
              </a:spcAft>
              <a:buClr>
                <a:srgbClr val="6F89F7"/>
              </a:buClr>
              <a:buSzPts val="2420"/>
              <a:buFont typeface="Noto Sans Symbols"/>
              <a:buChar char="•"/>
            </a:pPr>
            <a:r>
              <a:rPr lang="en-US" sz="2200" b="0" i="0" u="none" strike="noStrike" cap="none">
                <a:solidFill>
                  <a:srgbClr val="40458C"/>
                </a:solidFill>
                <a:latin typeface="Times New Roman"/>
                <a:ea typeface="Times New Roman"/>
                <a:cs typeface="Times New Roman"/>
                <a:sym typeface="Times New Roman"/>
              </a:rPr>
              <a:t>props= (</a:t>
            </a:r>
            <a:r>
              <a:rPr lang="en-US" sz="2200" b="1" i="1" u="none" strike="noStrike" cap="none">
                <a:solidFill>
                  <a:srgbClr val="40458C"/>
                </a:solidFill>
                <a:latin typeface="Times New Roman"/>
                <a:ea typeface="Times New Roman"/>
                <a:cs typeface="Times New Roman"/>
                <a:sym typeface="Times New Roman"/>
              </a:rPr>
              <a:t>i</a:t>
            </a:r>
            <a:r>
              <a:rPr lang="en-US" sz="2200" b="0" i="1" u="none" strike="noStrike" cap="none">
                <a:solidFill>
                  <a:srgbClr val="40458C"/>
                </a:solidFill>
                <a:latin typeface="Times New Roman"/>
                <a:ea typeface="Times New Roman"/>
                <a:cs typeface="Times New Roman"/>
                <a:sym typeface="Times New Roman"/>
              </a:rPr>
              <a:t> </a:t>
            </a:r>
            <a:r>
              <a:rPr lang="en-US" sz="2200" b="0" i="0" u="none" strike="noStrike" cap="none">
                <a:solidFill>
                  <a:srgbClr val="40458C"/>
                </a:solidFill>
                <a:latin typeface="Noto Sans Symbols"/>
                <a:ea typeface="Noto Sans Symbols"/>
                <a:cs typeface="Noto Sans Symbols"/>
                <a:sym typeface="Noto Sans Symbols"/>
              </a:rPr>
              <a:t>+</a:t>
            </a:r>
            <a:r>
              <a:rPr lang="en-US" sz="2200" b="0" i="0" u="none" strike="noStrike" cap="none">
                <a:solidFill>
                  <a:srgbClr val="40458C"/>
                </a:solidFill>
                <a:latin typeface="Times New Roman"/>
                <a:ea typeface="Times New Roman"/>
                <a:cs typeface="Times New Roman"/>
                <a:sym typeface="Times New Roman"/>
              </a:rPr>
              <a:t> </a:t>
            </a:r>
            <a:r>
              <a:rPr lang="en-US" sz="2200" b="1" i="1" u="none" strike="noStrike" cap="none">
                <a:solidFill>
                  <a:srgbClr val="40458C"/>
                </a:solidFill>
                <a:latin typeface="Times New Roman"/>
                <a:ea typeface="Times New Roman"/>
                <a:cs typeface="Times New Roman"/>
                <a:sym typeface="Times New Roman"/>
              </a:rPr>
              <a:t>jd</a:t>
            </a:r>
            <a:r>
              <a:rPr lang="en-US" sz="2200" b="0" i="0" u="none" strike="noStrike" cap="none">
                <a:solidFill>
                  <a:srgbClr val="40458C"/>
                </a:solidFill>
                <a:latin typeface="Times New Roman"/>
                <a:ea typeface="Times New Roman"/>
                <a:cs typeface="Times New Roman"/>
                <a:sym typeface="Times New Roman"/>
              </a:rPr>
              <a:t>(</a:t>
            </a:r>
            <a:r>
              <a:rPr lang="en-US" sz="2200" b="1" i="1" u="none" strike="noStrike" cap="none">
                <a:solidFill>
                  <a:srgbClr val="40458C"/>
                </a:solidFill>
                <a:latin typeface="Times New Roman"/>
                <a:ea typeface="Times New Roman"/>
                <a:cs typeface="Times New Roman"/>
                <a:sym typeface="Times New Roman"/>
              </a:rPr>
              <a:t>k</a:t>
            </a:r>
            <a:r>
              <a:rPr lang="en-US" sz="2200" b="0" i="0" u="none" strike="noStrike" cap="none">
                <a:solidFill>
                  <a:srgbClr val="40458C"/>
                </a:solidFill>
                <a:latin typeface="Times New Roman"/>
                <a:ea typeface="Times New Roman"/>
                <a:cs typeface="Times New Roman"/>
                <a:sym typeface="Times New Roman"/>
              </a:rPr>
              <a:t>)) mod </a:t>
            </a:r>
            <a:r>
              <a:rPr lang="en-US" sz="2200" b="1" i="1" u="none" strike="noStrike" cap="none">
                <a:solidFill>
                  <a:srgbClr val="40458C"/>
                </a:solidFill>
                <a:latin typeface="Times New Roman"/>
                <a:ea typeface="Times New Roman"/>
                <a:cs typeface="Times New Roman"/>
                <a:sym typeface="Times New Roman"/>
              </a:rPr>
              <a:t>N</a:t>
            </a:r>
            <a:br>
              <a:rPr lang="en-US" sz="2200" b="1" i="1" u="none" strike="noStrike" cap="none">
                <a:solidFill>
                  <a:srgbClr val="40458C"/>
                </a:solidFill>
                <a:latin typeface="Times New Roman"/>
                <a:ea typeface="Times New Roman"/>
                <a:cs typeface="Times New Roman"/>
                <a:sym typeface="Times New Roman"/>
              </a:rPr>
            </a:br>
            <a:r>
              <a:rPr lang="en-US" sz="2200" b="1" i="1" u="none" strike="noStrike" cap="none">
                <a:solidFill>
                  <a:srgbClr val="40458C"/>
                </a:solidFill>
                <a:latin typeface="Times New Roman"/>
                <a:ea typeface="Times New Roman"/>
                <a:cs typeface="Times New Roman"/>
                <a:sym typeface="Times New Roman"/>
              </a:rPr>
              <a:t> </a:t>
            </a:r>
            <a:r>
              <a:rPr lang="en-US" sz="2200" b="0" i="0" u="none" strike="noStrike" cap="none">
                <a:solidFill>
                  <a:srgbClr val="40458C"/>
                </a:solidFill>
                <a:latin typeface="Tahoma"/>
                <a:ea typeface="Tahoma"/>
                <a:cs typeface="Tahoma"/>
                <a:sym typeface="Tahoma"/>
              </a:rPr>
              <a:t>for </a:t>
            </a:r>
            <a:r>
              <a:rPr lang="en-US" sz="2200" b="1" i="1" u="none" strike="noStrike" cap="none">
                <a:solidFill>
                  <a:srgbClr val="40458C"/>
                </a:solidFill>
                <a:latin typeface="Times New Roman"/>
                <a:ea typeface="Times New Roman"/>
                <a:cs typeface="Times New Roman"/>
                <a:sym typeface="Times New Roman"/>
              </a:rPr>
              <a:t>j</a:t>
            </a:r>
            <a:r>
              <a:rPr lang="en-US" sz="2200" b="0" i="1" u="none" strike="noStrike" cap="none">
                <a:solidFill>
                  <a:srgbClr val="40458C"/>
                </a:solidFill>
                <a:latin typeface="Times New Roman"/>
                <a:ea typeface="Times New Roman"/>
                <a:cs typeface="Times New Roman"/>
                <a:sym typeface="Times New Roman"/>
              </a:rPr>
              <a:t> </a:t>
            </a:r>
            <a:r>
              <a:rPr lang="en-US" sz="2200" b="0" i="0" u="none" strike="noStrike" cap="none">
                <a:solidFill>
                  <a:srgbClr val="40458C"/>
                </a:solidFill>
                <a:latin typeface="Noto Sans Symbols"/>
                <a:ea typeface="Noto Sans Symbols"/>
                <a:cs typeface="Noto Sans Symbols"/>
                <a:sym typeface="Noto Sans Symbols"/>
              </a:rPr>
              <a:t>=</a:t>
            </a:r>
            <a:r>
              <a:rPr lang="en-US" sz="2200" b="0" i="0" u="none" strike="noStrike" cap="none">
                <a:solidFill>
                  <a:srgbClr val="40458C"/>
                </a:solidFill>
                <a:latin typeface="Times New Roman"/>
                <a:ea typeface="Times New Roman"/>
                <a:cs typeface="Times New Roman"/>
                <a:sym typeface="Times New Roman"/>
              </a:rPr>
              <a:t> 0,  1, … , </a:t>
            </a:r>
            <a:r>
              <a:rPr lang="en-US" sz="2200" b="1" i="1" u="none" strike="noStrike" cap="none">
                <a:solidFill>
                  <a:srgbClr val="40458C"/>
                </a:solidFill>
                <a:latin typeface="Times New Roman"/>
                <a:ea typeface="Times New Roman"/>
                <a:cs typeface="Times New Roman"/>
                <a:sym typeface="Times New Roman"/>
              </a:rPr>
              <a:t>N </a:t>
            </a:r>
            <a:r>
              <a:rPr lang="en-US" sz="2000" b="0" i="0" u="none" strike="noStrike" cap="none">
                <a:solidFill>
                  <a:srgbClr val="40458C"/>
                </a:solidFill>
                <a:latin typeface="Noto Sans Symbols"/>
                <a:ea typeface="Noto Sans Symbols"/>
                <a:cs typeface="Noto Sans Symbols"/>
                <a:sym typeface="Noto Sans Symbols"/>
              </a:rPr>
              <a:t>−</a:t>
            </a:r>
            <a:r>
              <a:rPr lang="en-US" sz="2200" b="0" i="0" u="none" strike="noStrike" cap="none">
                <a:solidFill>
                  <a:srgbClr val="40458C"/>
                </a:solidFill>
                <a:latin typeface="Times New Roman"/>
                <a:ea typeface="Times New Roman"/>
                <a:cs typeface="Times New Roman"/>
                <a:sym typeface="Times New Roman"/>
              </a:rPr>
              <a:t> 1</a:t>
            </a:r>
            <a:endParaRPr/>
          </a:p>
          <a:p>
            <a:pPr marL="0" marR="0" lvl="1" indent="0" algn="l" rtl="0">
              <a:lnSpc>
                <a:spcPct val="90000"/>
              </a:lnSpc>
              <a:spcBef>
                <a:spcPts val="1600"/>
              </a:spcBef>
              <a:spcAft>
                <a:spcPts val="0"/>
              </a:spcAft>
              <a:buClr>
                <a:srgbClr val="6F89F7"/>
              </a:buClr>
              <a:buSzPts val="2200"/>
              <a:buFont typeface="Noto Sans Symbols"/>
              <a:buNone/>
            </a:pPr>
            <a:r>
              <a:rPr lang="en-US" sz="2000" b="0" i="0" u="none" strike="noStrike" cap="none">
                <a:solidFill>
                  <a:srgbClr val="40458C"/>
                </a:solidFill>
                <a:latin typeface="Times New Roman"/>
                <a:ea typeface="Times New Roman"/>
                <a:cs typeface="Times New Roman"/>
                <a:sym typeface="Times New Roman"/>
              </a:rPr>
              <a:t>      i is the value of </a:t>
            </a:r>
            <a:r>
              <a:rPr lang="en-US" sz="2000" b="1" i="1" u="none" strike="noStrike" cap="none">
                <a:solidFill>
                  <a:schemeClr val="dk1"/>
                </a:solidFill>
                <a:latin typeface="Times New Roman"/>
                <a:ea typeface="Times New Roman"/>
                <a:cs typeface="Times New Roman"/>
                <a:sym typeface="Times New Roman"/>
              </a:rPr>
              <a:t>h(k), </a:t>
            </a:r>
            <a:r>
              <a:rPr lang="en-US" sz="2000" b="0" i="0" u="none" strike="noStrike" cap="none">
                <a:solidFill>
                  <a:srgbClr val="40458C"/>
                </a:solidFill>
                <a:latin typeface="Times New Roman"/>
                <a:ea typeface="Times New Roman"/>
                <a:cs typeface="Times New Roman"/>
                <a:sym typeface="Times New Roman"/>
              </a:rPr>
              <a:t>assigned before, see the next table.</a:t>
            </a:r>
            <a:endParaRPr sz="2000" b="0" i="1" u="none" strike="noStrike" cap="none">
              <a:solidFill>
                <a:srgbClr val="FF9900"/>
              </a:solidFill>
              <a:latin typeface="Times New Roman"/>
              <a:ea typeface="Times New Roman"/>
              <a:cs typeface="Times New Roman"/>
              <a:sym typeface="Times New Roman"/>
            </a:endParaRPr>
          </a:p>
          <a:p>
            <a:pPr marL="342900" marR="0" lvl="0" indent="-342900" algn="l" rtl="0">
              <a:lnSpc>
                <a:spcPct val="90000"/>
              </a:lnSpc>
              <a:spcBef>
                <a:spcPts val="1620"/>
              </a:spcBef>
              <a:spcAft>
                <a:spcPts val="0"/>
              </a:spcAft>
              <a:buClr>
                <a:srgbClr val="6F89F7"/>
              </a:buClr>
              <a:buSzPts val="2310"/>
              <a:buFont typeface="Noto Sans Symbols"/>
              <a:buChar char="•"/>
            </a:pPr>
            <a:r>
              <a:rPr lang="en-US" sz="2100" b="0" i="0" u="none" strike="noStrike" cap="none">
                <a:solidFill>
                  <a:srgbClr val="40458C"/>
                </a:solidFill>
                <a:latin typeface="Tahoma"/>
                <a:ea typeface="Tahoma"/>
                <a:cs typeface="Tahoma"/>
                <a:sym typeface="Tahoma"/>
              </a:rPr>
              <a:t>The secondary hash function </a:t>
            </a:r>
            <a:r>
              <a:rPr lang="en-US" sz="2100" b="1" i="1" u="none" strike="noStrike" cap="none">
                <a:solidFill>
                  <a:srgbClr val="40458C"/>
                </a:solidFill>
                <a:latin typeface="Arial"/>
                <a:ea typeface="Arial"/>
                <a:cs typeface="Arial"/>
                <a:sym typeface="Arial"/>
              </a:rPr>
              <a:t>d</a:t>
            </a:r>
            <a:r>
              <a:rPr lang="en-US" sz="2100" b="0" i="0" u="none" strike="noStrike" cap="none">
                <a:solidFill>
                  <a:srgbClr val="40458C"/>
                </a:solidFill>
                <a:latin typeface="Times New Roman"/>
                <a:ea typeface="Times New Roman"/>
                <a:cs typeface="Times New Roman"/>
                <a:sym typeface="Times New Roman"/>
              </a:rPr>
              <a:t>(</a:t>
            </a:r>
            <a:r>
              <a:rPr lang="en-US" sz="2100" b="1" i="1" u="none" strike="noStrike" cap="none">
                <a:solidFill>
                  <a:srgbClr val="40458C"/>
                </a:solidFill>
                <a:latin typeface="Old Standard TT"/>
                <a:ea typeface="Old Standard TT"/>
                <a:cs typeface="Old Standard TT"/>
                <a:sym typeface="Old Standard TT"/>
              </a:rPr>
              <a:t>k</a:t>
            </a:r>
            <a:r>
              <a:rPr lang="en-US" sz="2100" b="0" i="0" u="none" strike="noStrike" cap="none">
                <a:solidFill>
                  <a:srgbClr val="40458C"/>
                </a:solidFill>
                <a:latin typeface="Times New Roman"/>
                <a:ea typeface="Times New Roman"/>
                <a:cs typeface="Times New Roman"/>
                <a:sym typeface="Times New Roman"/>
              </a:rPr>
              <a:t>)</a:t>
            </a:r>
            <a:r>
              <a:rPr lang="en-US" sz="2100" b="0" i="0" u="none" strike="noStrike" cap="none">
                <a:solidFill>
                  <a:srgbClr val="40458C"/>
                </a:solidFill>
                <a:latin typeface="Tahoma"/>
                <a:ea typeface="Tahoma"/>
                <a:cs typeface="Tahoma"/>
                <a:sym typeface="Tahoma"/>
              </a:rPr>
              <a:t> cannot have zero values.</a:t>
            </a:r>
            <a:endParaRPr/>
          </a:p>
          <a:p>
            <a:pPr marL="342900" marR="0" lvl="0" indent="-342900" algn="l" rtl="0">
              <a:lnSpc>
                <a:spcPct val="90000"/>
              </a:lnSpc>
              <a:spcBef>
                <a:spcPts val="1620"/>
              </a:spcBef>
              <a:spcAft>
                <a:spcPts val="0"/>
              </a:spcAft>
              <a:buClr>
                <a:srgbClr val="6F89F7"/>
              </a:buClr>
              <a:buSzPts val="2310"/>
              <a:buFont typeface="Noto Sans Symbols"/>
              <a:buChar char="•"/>
            </a:pPr>
            <a:r>
              <a:rPr lang="en-US" sz="2100" b="0" i="0" u="none" strike="noStrike" cap="none">
                <a:solidFill>
                  <a:srgbClr val="FF6C3F"/>
                </a:solidFill>
                <a:latin typeface="Tahoma"/>
                <a:ea typeface="Tahoma"/>
                <a:cs typeface="Tahoma"/>
                <a:sym typeface="Tahoma"/>
              </a:rPr>
              <a:t>The table size </a:t>
            </a:r>
            <a:r>
              <a:rPr lang="en-US" sz="2100" b="1" i="1" u="none" strike="noStrike" cap="none">
                <a:solidFill>
                  <a:srgbClr val="FF6C3F"/>
                </a:solidFill>
                <a:latin typeface="Old Standard TT"/>
                <a:ea typeface="Old Standard TT"/>
                <a:cs typeface="Old Standard TT"/>
                <a:sym typeface="Old Standard TT"/>
              </a:rPr>
              <a:t>N</a:t>
            </a:r>
            <a:r>
              <a:rPr lang="en-US" sz="2100" b="0" i="0" u="none" strike="noStrike" cap="none">
                <a:solidFill>
                  <a:srgbClr val="FF6C3F"/>
                </a:solidFill>
                <a:latin typeface="Tahoma"/>
                <a:ea typeface="Tahoma"/>
                <a:cs typeface="Tahoma"/>
                <a:sym typeface="Tahoma"/>
              </a:rPr>
              <a:t> must be a prime to allow probing of all the cells to handle collisions.</a:t>
            </a:r>
            <a:endParaRPr/>
          </a:p>
        </p:txBody>
      </p:sp>
      <p:sp>
        <p:nvSpPr>
          <p:cNvPr id="344" name="Google Shape;344;p15" descr="Rectangle: Click to edit Master text styles&#10;Second level&#10;Third level&#10;Fourth level&#10;Fifth level"/>
          <p:cNvSpPr txBox="1"/>
          <p:nvPr/>
        </p:nvSpPr>
        <p:spPr>
          <a:xfrm>
            <a:off x="6765186" y="1302325"/>
            <a:ext cx="3962400" cy="4038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Common choice of compression map for the secondary hash function: 	</a:t>
            </a:r>
            <a:r>
              <a:rPr lang="en-US" sz="2400" b="1" i="1" u="none" strike="noStrike" cap="none">
                <a:solidFill>
                  <a:srgbClr val="009999"/>
                </a:solidFill>
                <a:latin typeface="Arial"/>
                <a:ea typeface="Arial"/>
                <a:cs typeface="Arial"/>
                <a:sym typeface="Arial"/>
              </a:rPr>
              <a:t>d</a:t>
            </a:r>
            <a:r>
              <a:rPr lang="en-US" sz="2400" b="1" i="0" u="none" strike="noStrike" cap="none" baseline="-25000">
                <a:solidFill>
                  <a:srgbClr val="009999"/>
                </a:solidFill>
                <a:latin typeface="Arial"/>
                <a:ea typeface="Arial"/>
                <a:cs typeface="Arial"/>
                <a:sym typeface="Arial"/>
              </a:rPr>
              <a:t>2</a:t>
            </a:r>
            <a:r>
              <a:rPr lang="en-US" sz="2400" b="1" i="0" u="none" strike="noStrike" cap="none">
                <a:solidFill>
                  <a:srgbClr val="009999"/>
                </a:solidFill>
                <a:latin typeface="Times New Roman"/>
                <a:ea typeface="Times New Roman"/>
                <a:cs typeface="Times New Roman"/>
                <a:sym typeface="Times New Roman"/>
              </a:rPr>
              <a:t>(</a:t>
            </a:r>
            <a:r>
              <a:rPr lang="en-US" sz="2400" b="1" i="1" u="none" strike="noStrike" cap="none">
                <a:solidFill>
                  <a:srgbClr val="009999"/>
                </a:solidFill>
                <a:latin typeface="Old Standard TT"/>
                <a:ea typeface="Old Standard TT"/>
                <a:cs typeface="Old Standard TT"/>
                <a:sym typeface="Old Standard TT"/>
              </a:rPr>
              <a:t>k</a:t>
            </a:r>
            <a:r>
              <a:rPr lang="en-US" sz="2400" b="1" i="0" u="none" strike="noStrike" cap="none">
                <a:solidFill>
                  <a:srgbClr val="009999"/>
                </a:solidFill>
                <a:latin typeface="Times New Roman"/>
                <a:ea typeface="Times New Roman"/>
                <a:cs typeface="Times New Roman"/>
                <a:sym typeface="Times New Roman"/>
              </a:rPr>
              <a:t>) </a:t>
            </a:r>
            <a:r>
              <a:rPr lang="en-US" sz="2400" b="1" i="0" u="none" strike="noStrike" cap="none">
                <a:solidFill>
                  <a:srgbClr val="009999"/>
                </a:solidFill>
                <a:latin typeface="Noto Sans Symbols"/>
                <a:ea typeface="Noto Sans Symbols"/>
                <a:cs typeface="Noto Sans Symbols"/>
                <a:sym typeface="Noto Sans Symbols"/>
              </a:rPr>
              <a:t>=</a:t>
            </a:r>
            <a:r>
              <a:rPr lang="en-US" sz="2400" b="1" i="0" u="none" strike="noStrike" cap="none">
                <a:solidFill>
                  <a:srgbClr val="009999"/>
                </a:solidFill>
                <a:latin typeface="Times New Roman"/>
                <a:ea typeface="Times New Roman"/>
                <a:cs typeface="Times New Roman"/>
                <a:sym typeface="Times New Roman"/>
              </a:rPr>
              <a:t> </a:t>
            </a:r>
            <a:r>
              <a:rPr lang="en-US" sz="2400" b="1" i="1" u="none" strike="noStrike" cap="none">
                <a:solidFill>
                  <a:srgbClr val="009999"/>
                </a:solidFill>
                <a:latin typeface="Times New Roman"/>
                <a:ea typeface="Times New Roman"/>
                <a:cs typeface="Times New Roman"/>
                <a:sym typeface="Times New Roman"/>
              </a:rPr>
              <a:t>q </a:t>
            </a:r>
            <a:r>
              <a:rPr lang="en-US" sz="2400" b="1" i="0" u="none" strike="noStrike" cap="none">
                <a:solidFill>
                  <a:srgbClr val="009999"/>
                </a:solidFill>
                <a:latin typeface="Noto Sans Symbols"/>
                <a:ea typeface="Noto Sans Symbols"/>
                <a:cs typeface="Noto Sans Symbols"/>
                <a:sym typeface="Noto Sans Symbols"/>
              </a:rPr>
              <a:t>−</a:t>
            </a:r>
            <a:r>
              <a:rPr lang="en-US" sz="2400" b="1" i="0" u="none" strike="noStrike" cap="none">
                <a:solidFill>
                  <a:srgbClr val="009999"/>
                </a:solidFill>
                <a:latin typeface="Times New Roman"/>
                <a:ea typeface="Times New Roman"/>
                <a:cs typeface="Times New Roman"/>
                <a:sym typeface="Times New Roman"/>
              </a:rPr>
              <a:t> (</a:t>
            </a:r>
            <a:r>
              <a:rPr lang="en-US" sz="2400" b="1" i="1" u="none" strike="noStrike" cap="none">
                <a:solidFill>
                  <a:srgbClr val="009999"/>
                </a:solidFill>
                <a:latin typeface="Times New Roman"/>
                <a:ea typeface="Times New Roman"/>
                <a:cs typeface="Times New Roman"/>
                <a:sym typeface="Times New Roman"/>
              </a:rPr>
              <a:t>k</a:t>
            </a:r>
            <a:r>
              <a:rPr lang="en-US" sz="2400" b="1" i="0" u="none" strike="noStrike" cap="none">
                <a:solidFill>
                  <a:srgbClr val="009999"/>
                </a:solidFill>
                <a:latin typeface="Times New Roman"/>
                <a:ea typeface="Times New Roman"/>
                <a:cs typeface="Times New Roman"/>
                <a:sym typeface="Times New Roman"/>
              </a:rPr>
              <a:t> mod </a:t>
            </a:r>
            <a:r>
              <a:rPr lang="en-US" sz="2400" b="1" i="1" u="none" strike="noStrike" cap="none">
                <a:solidFill>
                  <a:srgbClr val="009999"/>
                </a:solidFill>
                <a:latin typeface="Times New Roman"/>
                <a:ea typeface="Times New Roman"/>
                <a:cs typeface="Times New Roman"/>
                <a:sym typeface="Times New Roman"/>
              </a:rPr>
              <a:t>q)</a:t>
            </a:r>
            <a:endParaRPr/>
          </a:p>
          <a:p>
            <a:pPr marL="342900" marR="0" lvl="0" indent="-342900" algn="l" rtl="0">
              <a:lnSpc>
                <a:spcPct val="100000"/>
              </a:lnSpc>
              <a:spcBef>
                <a:spcPts val="480"/>
              </a:spcBef>
              <a:spcAft>
                <a:spcPts val="0"/>
              </a:spcAft>
              <a:buClr>
                <a:srgbClr val="6F89F7"/>
              </a:buClr>
              <a:buSzPts val="2640"/>
              <a:buFont typeface="Noto Sans Symbols"/>
              <a:buNone/>
            </a:pPr>
            <a:r>
              <a:rPr lang="en-US" sz="2400" b="0" i="0" u="none" strike="noStrike" cap="none">
                <a:solidFill>
                  <a:srgbClr val="40458C"/>
                </a:solidFill>
                <a:latin typeface="Tahoma"/>
                <a:ea typeface="Tahoma"/>
                <a:cs typeface="Tahoma"/>
                <a:sym typeface="Tahoma"/>
              </a:rPr>
              <a:t>	where</a:t>
            </a:r>
            <a:endParaRPr/>
          </a:p>
          <a:p>
            <a:pPr marL="742950" marR="0" lvl="1" indent="-285750" algn="l" rtl="0">
              <a:lnSpc>
                <a:spcPct val="100000"/>
              </a:lnSpc>
              <a:spcBef>
                <a:spcPts val="400"/>
              </a:spcBef>
              <a:spcAft>
                <a:spcPts val="0"/>
              </a:spcAft>
              <a:buClr>
                <a:srgbClr val="40458C"/>
              </a:buClr>
              <a:buSzPts val="1200"/>
              <a:buFont typeface="Noto Sans Symbols"/>
              <a:buChar char="■"/>
            </a:pPr>
            <a:r>
              <a:rPr lang="en-US" sz="2000" b="1" i="1" u="none" strike="noStrike" cap="none">
                <a:solidFill>
                  <a:srgbClr val="40458C"/>
                </a:solidFill>
                <a:latin typeface="Times New Roman"/>
                <a:ea typeface="Times New Roman"/>
                <a:cs typeface="Times New Roman"/>
                <a:sym typeface="Times New Roman"/>
              </a:rPr>
              <a:t>q</a:t>
            </a:r>
            <a:r>
              <a:rPr lang="en-US" sz="2000" b="0"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&lt;</a:t>
            </a:r>
            <a:r>
              <a:rPr lang="en-US" sz="2000" b="0" i="0" u="none" strike="noStrike" cap="none">
                <a:solidFill>
                  <a:srgbClr val="40458C"/>
                </a:solidFill>
                <a:latin typeface="Times New Roman"/>
                <a:ea typeface="Times New Roman"/>
                <a:cs typeface="Times New Roman"/>
                <a:sym typeface="Times New Roman"/>
              </a:rPr>
              <a:t> </a:t>
            </a:r>
            <a:r>
              <a:rPr lang="en-US" sz="2000" b="1" i="1" u="none" strike="noStrike" cap="none">
                <a:solidFill>
                  <a:srgbClr val="40458C"/>
                </a:solidFill>
                <a:latin typeface="Times New Roman"/>
                <a:ea typeface="Times New Roman"/>
                <a:cs typeface="Times New Roman"/>
                <a:sym typeface="Times New Roman"/>
              </a:rPr>
              <a:t>N</a:t>
            </a:r>
            <a:endParaRPr/>
          </a:p>
          <a:p>
            <a:pPr marL="742950" marR="0" lvl="1" indent="-285750" algn="l" rtl="0">
              <a:lnSpc>
                <a:spcPct val="100000"/>
              </a:lnSpc>
              <a:spcBef>
                <a:spcPts val="400"/>
              </a:spcBef>
              <a:spcAft>
                <a:spcPts val="0"/>
              </a:spcAft>
              <a:buClr>
                <a:srgbClr val="40458C"/>
              </a:buClr>
              <a:buSzPts val="1200"/>
              <a:buFont typeface="Noto Sans Symbols"/>
              <a:buChar char="■"/>
            </a:pPr>
            <a:r>
              <a:rPr lang="en-US" sz="2000" b="1" i="1" u="none" strike="noStrike" cap="none">
                <a:solidFill>
                  <a:srgbClr val="40458C"/>
                </a:solidFill>
                <a:latin typeface="Old Standard TT"/>
                <a:ea typeface="Old Standard TT"/>
                <a:cs typeface="Old Standard TT"/>
                <a:sym typeface="Old Standard TT"/>
              </a:rPr>
              <a:t>q</a:t>
            </a:r>
            <a:r>
              <a:rPr lang="en-US" sz="2000" b="0" i="0" u="none" strike="noStrike" cap="none">
                <a:solidFill>
                  <a:srgbClr val="40458C"/>
                </a:solidFill>
                <a:latin typeface="Tahoma"/>
                <a:ea typeface="Tahoma"/>
                <a:cs typeface="Tahoma"/>
                <a:sym typeface="Tahoma"/>
              </a:rPr>
              <a:t> is a prime</a:t>
            </a:r>
            <a:endParaRPr/>
          </a:p>
          <a:p>
            <a:pPr marL="342900" marR="0" lvl="0" indent="-342900" algn="l" rtl="0">
              <a:lnSpc>
                <a:spcPct val="10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The possible values for </a:t>
            </a:r>
            <a:r>
              <a:rPr lang="en-US" sz="2400" b="1" i="1" u="none" strike="noStrike" cap="none">
                <a:solidFill>
                  <a:srgbClr val="40458C"/>
                </a:solidFill>
                <a:latin typeface="Arial"/>
                <a:ea typeface="Arial"/>
                <a:cs typeface="Arial"/>
                <a:sym typeface="Arial"/>
              </a:rPr>
              <a:t>d</a:t>
            </a:r>
            <a:r>
              <a:rPr lang="en-US" sz="2400" b="0" i="0" u="none" strike="noStrike" cap="none" baseline="-25000">
                <a:solidFill>
                  <a:srgbClr val="40458C"/>
                </a:solidFill>
                <a:latin typeface="Arial"/>
                <a:ea typeface="Arial"/>
                <a:cs typeface="Arial"/>
                <a:sym typeface="Arial"/>
              </a:rPr>
              <a:t>2</a:t>
            </a:r>
            <a:r>
              <a:rPr lang="en-US" sz="2400" b="0" i="0" u="none" strike="noStrike" cap="none">
                <a:solidFill>
                  <a:srgbClr val="40458C"/>
                </a:solidFill>
                <a:latin typeface="Times New Roman"/>
                <a:ea typeface="Times New Roman"/>
                <a:cs typeface="Times New Roman"/>
                <a:sym typeface="Times New Roman"/>
              </a:rPr>
              <a:t>(</a:t>
            </a:r>
            <a:r>
              <a:rPr lang="en-US" sz="2400" b="1" i="1" u="none" strike="noStrike" cap="none">
                <a:solidFill>
                  <a:srgbClr val="40458C"/>
                </a:solidFill>
                <a:latin typeface="Old Standard TT"/>
                <a:ea typeface="Old Standard TT"/>
                <a:cs typeface="Old Standard TT"/>
                <a:sym typeface="Old Standard TT"/>
              </a:rPr>
              <a:t>k</a:t>
            </a:r>
            <a:r>
              <a:rPr lang="en-US" sz="2400" b="0" i="0" u="none" strike="noStrike" cap="none">
                <a:solidFill>
                  <a:srgbClr val="40458C"/>
                </a:solidFill>
                <a:latin typeface="Times New Roman"/>
                <a:ea typeface="Times New Roman"/>
                <a:cs typeface="Times New Roman"/>
                <a:sym typeface="Times New Roman"/>
              </a:rPr>
              <a:t>)</a:t>
            </a:r>
            <a:r>
              <a:rPr lang="en-US" sz="2400" b="0" i="0" u="none" strike="noStrike" cap="none">
                <a:solidFill>
                  <a:srgbClr val="40458C"/>
                </a:solidFill>
                <a:latin typeface="Tahoma"/>
                <a:ea typeface="Tahoma"/>
                <a:cs typeface="Tahoma"/>
                <a:sym typeface="Tahoma"/>
              </a:rPr>
              <a:t> are</a:t>
            </a:r>
            <a:br>
              <a:rPr lang="en-US" sz="2400" b="0" i="0" u="none" strike="noStrike" cap="none">
                <a:solidFill>
                  <a:srgbClr val="40458C"/>
                </a:solidFill>
                <a:latin typeface="Tahoma"/>
                <a:ea typeface="Tahoma"/>
                <a:cs typeface="Tahoma"/>
                <a:sym typeface="Tahoma"/>
              </a:rPr>
            </a:br>
            <a:r>
              <a:rPr lang="en-US" sz="2400" b="0" i="0" u="none" strike="noStrike" cap="none">
                <a:solidFill>
                  <a:srgbClr val="40458C"/>
                </a:solidFill>
                <a:latin typeface="Tahoma"/>
                <a:ea typeface="Tahoma"/>
                <a:cs typeface="Tahoma"/>
                <a:sym typeface="Tahoma"/>
              </a:rPr>
              <a:t>	 </a:t>
            </a:r>
            <a:r>
              <a:rPr lang="en-US" sz="2400" b="0" i="0" u="none" strike="noStrike" cap="none">
                <a:solidFill>
                  <a:srgbClr val="40458C"/>
                </a:solidFill>
                <a:latin typeface="Times New Roman"/>
                <a:ea typeface="Times New Roman"/>
                <a:cs typeface="Times New Roman"/>
                <a:sym typeface="Times New Roman"/>
              </a:rPr>
              <a:t>1, 2, … , </a:t>
            </a:r>
            <a:r>
              <a:rPr lang="en-US" sz="2400" b="1" i="1" u="none" strike="noStrike" cap="none">
                <a:solidFill>
                  <a:srgbClr val="40458C"/>
                </a:solidFill>
                <a:latin typeface="Times New Roman"/>
                <a:ea typeface="Times New Roman"/>
                <a:cs typeface="Times New Roman"/>
                <a:sym typeface="Times New Roman"/>
              </a:rPr>
              <a:t>q</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6"/>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16</a:t>
            </a:fld>
            <a:endParaRPr/>
          </a:p>
        </p:txBody>
      </p:sp>
      <p:sp>
        <p:nvSpPr>
          <p:cNvPr id="350" name="Google Shape;350;p16"/>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1" name="Google Shape;351;p16"/>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352" name="Google Shape;352;p16"/>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353" name="Google Shape;353;p16" descr="Rectangle: Click to edit Master text styles&#10;Second level&#10;Third level&#10;Fourth level&#10;Fifth level"/>
          <p:cNvSpPr txBox="1"/>
          <p:nvPr/>
        </p:nvSpPr>
        <p:spPr>
          <a:xfrm>
            <a:off x="503100" y="697955"/>
            <a:ext cx="4951404" cy="42276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Consider a hash table storing integer keys that handles collision with double hashing</a:t>
            </a:r>
            <a:endParaRPr/>
          </a:p>
          <a:p>
            <a:pPr marL="742950" marR="0" lvl="1" indent="-285750" algn="l" rtl="0">
              <a:spcBef>
                <a:spcPts val="400"/>
              </a:spcBef>
              <a:spcAft>
                <a:spcPts val="0"/>
              </a:spcAft>
              <a:buClr>
                <a:srgbClr val="40458C"/>
              </a:buClr>
              <a:buSzPts val="1200"/>
              <a:buFont typeface="Noto Sans Symbols"/>
              <a:buChar char="■"/>
            </a:pPr>
            <a:r>
              <a:rPr lang="en-US" sz="2000" b="0" i="0" u="none" strike="noStrike" cap="none">
                <a:solidFill>
                  <a:srgbClr val="40458C"/>
                </a:solidFill>
                <a:latin typeface="Tahoma"/>
                <a:ea typeface="Tahoma"/>
                <a:cs typeface="Tahoma"/>
                <a:sym typeface="Tahoma"/>
              </a:rPr>
              <a:t>for example </a:t>
            </a:r>
            <a:r>
              <a:rPr lang="en-US" sz="2000" b="1" i="1" u="none" strike="noStrike" cap="none">
                <a:solidFill>
                  <a:srgbClr val="40458C"/>
                </a:solidFill>
                <a:latin typeface="Times New Roman"/>
                <a:ea typeface="Times New Roman"/>
                <a:cs typeface="Times New Roman"/>
                <a:sym typeface="Times New Roman"/>
              </a:rPr>
              <a:t>If  </a:t>
            </a:r>
            <a:r>
              <a:rPr lang="en-US" sz="2000" b="0" i="0" u="none" strike="noStrike" cap="none">
                <a:solidFill>
                  <a:srgbClr val="40458C"/>
                </a:solidFill>
                <a:latin typeface="Tahoma"/>
                <a:ea typeface="Tahoma"/>
                <a:cs typeface="Tahoma"/>
                <a:sym typeface="Tahoma"/>
              </a:rPr>
              <a:t>k =18, </a:t>
            </a:r>
            <a:r>
              <a:rPr lang="en-US" sz="2000" b="1" i="1" u="none" strike="noStrike" cap="none">
                <a:solidFill>
                  <a:srgbClr val="40458C"/>
                </a:solidFill>
                <a:latin typeface="Times New Roman"/>
                <a:ea typeface="Times New Roman"/>
                <a:cs typeface="Times New Roman"/>
                <a:sym typeface="Times New Roman"/>
              </a:rPr>
              <a:t>N</a:t>
            </a:r>
            <a:r>
              <a:rPr lang="en-US" sz="2000" b="1" i="1" u="none" strike="noStrike" cap="none">
                <a:solidFill>
                  <a:srgbClr val="40458C"/>
                </a:solidFill>
                <a:latin typeface="Noto Sans Symbols"/>
                <a:ea typeface="Noto Sans Symbols"/>
                <a:cs typeface="Noto Sans Symbols"/>
                <a:sym typeface="Noto Sans Symbols"/>
              </a:rPr>
              <a:t> </a:t>
            </a:r>
            <a:r>
              <a:rPr lang="en-US" sz="2000" b="0" i="0" u="none" strike="noStrike" cap="none">
                <a:solidFill>
                  <a:srgbClr val="40458C"/>
                </a:solidFill>
                <a:latin typeface="Noto Sans Symbols"/>
                <a:ea typeface="Noto Sans Symbols"/>
                <a:cs typeface="Noto Sans Symbols"/>
                <a:sym typeface="Noto Sans Symbols"/>
              </a:rPr>
              <a:t>= </a:t>
            </a:r>
            <a:r>
              <a:rPr lang="en-US" sz="2000" b="0" i="0" u="none" strike="noStrike" cap="none">
                <a:solidFill>
                  <a:srgbClr val="40458C"/>
                </a:solidFill>
                <a:latin typeface="Times New Roman"/>
                <a:ea typeface="Times New Roman"/>
                <a:cs typeface="Times New Roman"/>
                <a:sym typeface="Times New Roman"/>
              </a:rPr>
              <a:t>13</a:t>
            </a:r>
            <a:r>
              <a:rPr lang="en-US" sz="2000" b="0" i="0" u="none" strike="noStrike" cap="none">
                <a:solidFill>
                  <a:srgbClr val="40458C"/>
                </a:solidFill>
                <a:latin typeface="Tahoma"/>
                <a:ea typeface="Tahoma"/>
                <a:cs typeface="Tahoma"/>
                <a:sym typeface="Tahoma"/>
              </a:rPr>
              <a:t> </a:t>
            </a:r>
            <a:endParaRPr/>
          </a:p>
          <a:p>
            <a:pPr marL="742950" marR="0" lvl="1" indent="-285750" algn="l" rtl="0">
              <a:spcBef>
                <a:spcPts val="400"/>
              </a:spcBef>
              <a:spcAft>
                <a:spcPts val="0"/>
              </a:spcAft>
              <a:buClr>
                <a:srgbClr val="40458C"/>
              </a:buClr>
              <a:buSzPts val="1200"/>
              <a:buFont typeface="Noto Sans Symbols"/>
              <a:buChar char="■"/>
            </a:pPr>
            <a:r>
              <a:rPr lang="en-US" sz="2000" b="1" i="1" u="none" strike="noStrike" cap="none">
                <a:solidFill>
                  <a:srgbClr val="C00000"/>
                </a:solidFill>
                <a:latin typeface="Arial"/>
                <a:ea typeface="Arial"/>
                <a:cs typeface="Arial"/>
                <a:sym typeface="Arial"/>
              </a:rPr>
              <a:t>h</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1" i="1" u="none" strike="noStrike" cap="none">
                <a:solidFill>
                  <a:srgbClr val="40458C"/>
                </a:solidFill>
                <a:latin typeface="Times New Roman"/>
                <a:ea typeface="Times New Roman"/>
                <a:cs typeface="Times New Roman"/>
                <a:sym typeface="Times New Roman"/>
              </a:rPr>
              <a:t> k </a:t>
            </a:r>
            <a:r>
              <a:rPr lang="en-US" sz="2000" b="0" i="0" u="none" strike="noStrike" cap="none">
                <a:solidFill>
                  <a:srgbClr val="40458C"/>
                </a:solidFill>
                <a:latin typeface="Times New Roman"/>
                <a:ea typeface="Times New Roman"/>
                <a:cs typeface="Times New Roman"/>
                <a:sym typeface="Times New Roman"/>
              </a:rPr>
              <a:t>mod</a:t>
            </a:r>
            <a:r>
              <a:rPr lang="en-US" sz="2000" b="1"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imes New Roman"/>
                <a:ea typeface="Times New Roman"/>
                <a:cs typeface="Times New Roman"/>
                <a:sym typeface="Times New Roman"/>
              </a:rPr>
              <a:t>13</a:t>
            </a:r>
            <a:r>
              <a:rPr lang="en-US" sz="2000" b="0" i="0" u="none" strike="noStrike" cap="none">
                <a:solidFill>
                  <a:srgbClr val="40458C"/>
                </a:solidFill>
                <a:latin typeface="Tahoma"/>
                <a:ea typeface="Tahoma"/>
                <a:cs typeface="Tahoma"/>
                <a:sym typeface="Tahoma"/>
              </a:rPr>
              <a:t>  =5</a:t>
            </a:r>
            <a:endParaRPr/>
          </a:p>
          <a:p>
            <a:pPr marL="457200" marR="0" lvl="1" indent="0" algn="l" rtl="0">
              <a:spcBef>
                <a:spcPts val="400"/>
              </a:spcBef>
              <a:spcAft>
                <a:spcPts val="0"/>
              </a:spcAft>
              <a:buClr>
                <a:srgbClr val="40458C"/>
              </a:buClr>
              <a:buSzPts val="1200"/>
              <a:buFont typeface="Noto Sans Symbols"/>
              <a:buNone/>
            </a:pPr>
            <a:r>
              <a:rPr lang="en-US" sz="2000" b="0" i="0" u="none" strike="noStrike" cap="none">
                <a:solidFill>
                  <a:srgbClr val="40458C"/>
                </a:solidFill>
                <a:latin typeface="Tahoma"/>
                <a:ea typeface="Tahoma"/>
                <a:cs typeface="Tahoma"/>
                <a:sym typeface="Tahoma"/>
              </a:rPr>
              <a:t>     to find </a:t>
            </a:r>
            <a:r>
              <a:rPr lang="en-US" sz="2000" b="1" i="1" u="none" strike="noStrike" cap="none">
                <a:solidFill>
                  <a:srgbClr val="C00000"/>
                </a:solidFill>
                <a:latin typeface="Arial"/>
                <a:ea typeface="Arial"/>
                <a:cs typeface="Arial"/>
                <a:sym typeface="Arial"/>
              </a:rPr>
              <a:t>d</a:t>
            </a:r>
            <a:r>
              <a:rPr lang="en-US" sz="2000" b="1" i="0" u="none" strike="noStrike" cap="none" baseline="-25000">
                <a:solidFill>
                  <a:srgbClr val="C00000"/>
                </a:solidFill>
                <a:latin typeface="Arial"/>
                <a:ea typeface="Arial"/>
                <a:cs typeface="Arial"/>
                <a:sym typeface="Arial"/>
              </a:rPr>
              <a:t>2</a:t>
            </a:r>
            <a:r>
              <a:rPr lang="en-US" sz="2000" b="0" i="0" u="none" strike="noStrike" cap="none">
                <a:solidFill>
                  <a:srgbClr val="40458C"/>
                </a:solidFill>
                <a:latin typeface="Tahoma"/>
                <a:ea typeface="Tahoma"/>
                <a:cs typeface="Tahoma"/>
                <a:sym typeface="Tahoma"/>
              </a:rPr>
              <a:t>(k),    let q=7</a:t>
            </a:r>
            <a:endParaRPr sz="2000" b="0" i="0" u="none" strike="noStrike" cap="none">
              <a:solidFill>
                <a:srgbClr val="40458C"/>
              </a:solidFill>
              <a:latin typeface="Tahoma"/>
              <a:ea typeface="Tahoma"/>
              <a:cs typeface="Tahoma"/>
              <a:sym typeface="Tahoma"/>
            </a:endParaRPr>
          </a:p>
          <a:p>
            <a:pPr marL="457200" marR="0" lvl="1" indent="0" algn="l" rtl="0">
              <a:spcBef>
                <a:spcPts val="0"/>
              </a:spcBef>
              <a:spcAft>
                <a:spcPts val="0"/>
              </a:spcAft>
              <a:buClr>
                <a:srgbClr val="40458C"/>
              </a:buClr>
              <a:buSzPts val="1200"/>
              <a:buFont typeface="Noto Sans Symbols"/>
              <a:buNone/>
            </a:pPr>
            <a:r>
              <a:rPr lang="en-US" sz="2000" b="1" i="1" u="none" strike="noStrike" cap="none">
                <a:solidFill>
                  <a:srgbClr val="009999"/>
                </a:solidFill>
                <a:latin typeface="Arial"/>
                <a:ea typeface="Arial"/>
                <a:cs typeface="Arial"/>
                <a:sym typeface="Arial"/>
              </a:rPr>
              <a:t>     </a:t>
            </a:r>
            <a:r>
              <a:rPr lang="en-US" sz="2000" b="1" i="1" u="none" strike="noStrike" cap="none">
                <a:solidFill>
                  <a:srgbClr val="C00000"/>
                </a:solidFill>
                <a:latin typeface="Arial"/>
                <a:ea typeface="Arial"/>
                <a:cs typeface="Arial"/>
                <a:sym typeface="Arial"/>
              </a:rPr>
              <a:t>d</a:t>
            </a:r>
            <a:r>
              <a:rPr lang="en-US" sz="2000" b="1" i="0" u="none" strike="noStrike" cap="none" baseline="-25000">
                <a:solidFill>
                  <a:srgbClr val="C00000"/>
                </a:solidFill>
                <a:latin typeface="Arial"/>
                <a:ea typeface="Arial"/>
                <a:cs typeface="Arial"/>
                <a:sym typeface="Arial"/>
              </a:rPr>
              <a:t>2</a:t>
            </a:r>
            <a:r>
              <a:rPr lang="en-US" sz="2000" b="1" i="0" u="none" strike="noStrike" cap="none">
                <a:solidFill>
                  <a:srgbClr val="C00000"/>
                </a:solidFill>
                <a:latin typeface="Times New Roman"/>
                <a:ea typeface="Times New Roman"/>
                <a:cs typeface="Times New Roman"/>
                <a:sym typeface="Times New Roman"/>
              </a:rPr>
              <a:t>(</a:t>
            </a:r>
            <a:r>
              <a:rPr lang="en-US" sz="2000" b="1" i="1" u="none" strike="noStrike" cap="none">
                <a:solidFill>
                  <a:srgbClr val="C00000"/>
                </a:solidFill>
                <a:latin typeface="Old Standard TT"/>
                <a:ea typeface="Old Standard TT"/>
                <a:cs typeface="Old Standard TT"/>
                <a:sym typeface="Old Standard TT"/>
              </a:rPr>
              <a:t>k</a:t>
            </a:r>
            <a:r>
              <a:rPr lang="en-US" sz="2000" b="1" i="0" u="none" strike="noStrike" cap="none">
                <a:solidFill>
                  <a:srgbClr val="C00000"/>
                </a:solidFill>
                <a:latin typeface="Times New Roman"/>
                <a:ea typeface="Times New Roman"/>
                <a:cs typeface="Times New Roman"/>
                <a:sym typeface="Times New Roman"/>
              </a:rPr>
              <a:t>) </a:t>
            </a:r>
            <a:r>
              <a:rPr lang="en-US" sz="2000" b="1" i="0" u="none" strike="noStrike" cap="none">
                <a:solidFill>
                  <a:srgbClr val="C00000"/>
                </a:solidFill>
                <a:latin typeface="Noto Sans Symbols"/>
                <a:ea typeface="Noto Sans Symbols"/>
                <a:cs typeface="Noto Sans Symbols"/>
                <a:sym typeface="Noto Sans Symbols"/>
              </a:rPr>
              <a:t>=</a:t>
            </a:r>
            <a:r>
              <a:rPr lang="en-US" sz="2000" b="1" i="0" u="none" strike="noStrike" cap="none">
                <a:solidFill>
                  <a:srgbClr val="C00000"/>
                </a:solidFill>
                <a:latin typeface="Times New Roman"/>
                <a:ea typeface="Times New Roman"/>
                <a:cs typeface="Times New Roman"/>
                <a:sym typeface="Times New Roman"/>
              </a:rPr>
              <a:t> </a:t>
            </a:r>
            <a:r>
              <a:rPr lang="en-US" sz="2000" b="1" i="1" u="none" strike="noStrike" cap="none">
                <a:solidFill>
                  <a:srgbClr val="C00000"/>
                </a:solidFill>
                <a:latin typeface="Times New Roman"/>
                <a:ea typeface="Times New Roman"/>
                <a:cs typeface="Times New Roman"/>
                <a:sym typeface="Times New Roman"/>
              </a:rPr>
              <a:t>q </a:t>
            </a:r>
            <a:r>
              <a:rPr lang="en-US" sz="2000" b="1" i="0" u="none" strike="noStrike" cap="none">
                <a:solidFill>
                  <a:srgbClr val="C00000"/>
                </a:solidFill>
                <a:latin typeface="Noto Sans Symbols"/>
                <a:ea typeface="Noto Sans Symbols"/>
                <a:cs typeface="Noto Sans Symbols"/>
                <a:sym typeface="Noto Sans Symbols"/>
              </a:rPr>
              <a:t>−</a:t>
            </a:r>
            <a:r>
              <a:rPr lang="en-US" sz="2000" b="1" i="0" u="none" strike="noStrike" cap="none">
                <a:solidFill>
                  <a:srgbClr val="C00000"/>
                </a:solidFill>
                <a:latin typeface="Times New Roman"/>
                <a:ea typeface="Times New Roman"/>
                <a:cs typeface="Times New Roman"/>
                <a:sym typeface="Times New Roman"/>
              </a:rPr>
              <a:t> (</a:t>
            </a:r>
            <a:r>
              <a:rPr lang="en-US" sz="2000" b="1" i="1" u="none" strike="noStrike" cap="none">
                <a:solidFill>
                  <a:srgbClr val="C00000"/>
                </a:solidFill>
                <a:latin typeface="Times New Roman"/>
                <a:ea typeface="Times New Roman"/>
                <a:cs typeface="Times New Roman"/>
                <a:sym typeface="Times New Roman"/>
              </a:rPr>
              <a:t>k</a:t>
            </a:r>
            <a:r>
              <a:rPr lang="en-US" sz="2000" b="1" i="0" u="none" strike="noStrike" cap="none">
                <a:solidFill>
                  <a:srgbClr val="C00000"/>
                </a:solidFill>
                <a:latin typeface="Times New Roman"/>
                <a:ea typeface="Times New Roman"/>
                <a:cs typeface="Times New Roman"/>
                <a:sym typeface="Times New Roman"/>
              </a:rPr>
              <a:t> mod </a:t>
            </a:r>
            <a:r>
              <a:rPr lang="en-US" sz="2000" b="1" i="1" u="none" strike="noStrike" cap="none">
                <a:solidFill>
                  <a:srgbClr val="C00000"/>
                </a:solidFill>
                <a:latin typeface="Times New Roman"/>
                <a:ea typeface="Times New Roman"/>
                <a:cs typeface="Times New Roman"/>
                <a:sym typeface="Times New Roman"/>
              </a:rPr>
              <a:t>q)</a:t>
            </a:r>
            <a:endParaRPr/>
          </a:p>
          <a:p>
            <a:pPr marL="742950" marR="0" lvl="1" indent="-285750" algn="l" rtl="0">
              <a:lnSpc>
                <a:spcPct val="100000"/>
              </a:lnSpc>
              <a:spcBef>
                <a:spcPts val="0"/>
              </a:spcBef>
              <a:spcAft>
                <a:spcPts val="0"/>
              </a:spcAft>
              <a:buClr>
                <a:srgbClr val="40458C"/>
              </a:buClr>
              <a:buSzPts val="1200"/>
              <a:buFont typeface="Noto Sans Symbols"/>
              <a:buChar char="■"/>
            </a:pPr>
            <a:r>
              <a:rPr lang="en-US" sz="2000" b="1" i="1" u="none" strike="noStrike" cap="none">
                <a:solidFill>
                  <a:srgbClr val="40458C"/>
                </a:solidFill>
                <a:latin typeface="Times New Roman"/>
                <a:ea typeface="Times New Roman"/>
                <a:cs typeface="Times New Roman"/>
                <a:sym typeface="Times New Roman"/>
              </a:rPr>
              <a:t>d</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1"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imes New Roman"/>
                <a:ea typeface="Times New Roman"/>
                <a:cs typeface="Times New Roman"/>
                <a:sym typeface="Times New Roman"/>
              </a:rPr>
              <a:t>7 </a:t>
            </a:r>
            <a:r>
              <a:rPr lang="en-US" sz="2000" b="0" i="0" u="none" strike="noStrike" cap="none">
                <a:solidFill>
                  <a:srgbClr val="40458C"/>
                </a:solidFill>
                <a:latin typeface="Noto Sans Symbols"/>
                <a:ea typeface="Noto Sans Symbols"/>
                <a:cs typeface="Noto Sans Symbols"/>
                <a:sym typeface="Noto Sans Symbols"/>
              </a:rPr>
              <a:t>−</a:t>
            </a:r>
            <a:r>
              <a:rPr lang="en-US" sz="2000" b="1" i="1" u="none" strike="noStrike" cap="none">
                <a:solidFill>
                  <a:srgbClr val="40458C"/>
                </a:solidFill>
                <a:latin typeface="Times New Roman"/>
                <a:ea typeface="Times New Roman"/>
                <a:cs typeface="Times New Roman"/>
                <a:sym typeface="Times New Roman"/>
              </a:rPr>
              <a:t> </a:t>
            </a:r>
            <a:r>
              <a:rPr lang="en-US" sz="2000" b="1" i="0" u="none" strike="noStrike" cap="none">
                <a:solidFill>
                  <a:srgbClr val="00B0F0"/>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k </a:t>
            </a:r>
            <a:r>
              <a:rPr lang="en-US" sz="2000" b="0" i="0" u="none" strike="noStrike" cap="none">
                <a:solidFill>
                  <a:srgbClr val="40458C"/>
                </a:solidFill>
                <a:latin typeface="Times New Roman"/>
                <a:ea typeface="Times New Roman"/>
                <a:cs typeface="Times New Roman"/>
                <a:sym typeface="Times New Roman"/>
              </a:rPr>
              <a:t>mod</a:t>
            </a:r>
            <a:r>
              <a:rPr lang="en-US" sz="2000" b="1"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imes New Roman"/>
                <a:ea typeface="Times New Roman"/>
                <a:cs typeface="Times New Roman"/>
                <a:sym typeface="Times New Roman"/>
              </a:rPr>
              <a:t>7</a:t>
            </a:r>
            <a:r>
              <a:rPr lang="en-US" sz="2000" b="1" i="0" u="none" strike="noStrike" cap="none">
                <a:solidFill>
                  <a:srgbClr val="00B0F0"/>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 </a:t>
            </a:r>
            <a:endParaRPr/>
          </a:p>
          <a:p>
            <a:pPr marL="742950" marR="0" lvl="1" indent="-285750" algn="l" rtl="0">
              <a:spcBef>
                <a:spcPts val="0"/>
              </a:spcBef>
              <a:spcAft>
                <a:spcPts val="0"/>
              </a:spcAft>
              <a:buClr>
                <a:srgbClr val="40458C"/>
              </a:buClr>
              <a:buSzPts val="1200"/>
              <a:buFont typeface="Noto Sans Symbols"/>
              <a:buChar char="■"/>
            </a:pPr>
            <a:r>
              <a:rPr lang="en-US" sz="2000" b="1" i="1" u="none" strike="noStrike" cap="none">
                <a:solidFill>
                  <a:srgbClr val="40458C"/>
                </a:solidFill>
                <a:latin typeface="Times New Roman"/>
                <a:ea typeface="Times New Roman"/>
                <a:cs typeface="Times New Roman"/>
                <a:sym typeface="Times New Roman"/>
              </a:rPr>
              <a:t>d</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18</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Noto Sans Symbols"/>
                <a:ea typeface="Noto Sans Symbols"/>
                <a:cs typeface="Noto Sans Symbols"/>
                <a:sym typeface="Noto Sans Symbols"/>
              </a:rPr>
              <a:t>=</a:t>
            </a:r>
            <a:r>
              <a:rPr lang="en-US" sz="2000" b="1"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imes New Roman"/>
                <a:ea typeface="Times New Roman"/>
                <a:cs typeface="Times New Roman"/>
                <a:sym typeface="Times New Roman"/>
              </a:rPr>
              <a:t>7 </a:t>
            </a:r>
            <a:r>
              <a:rPr lang="en-US" sz="2000" b="0" i="0" u="none" strike="noStrike" cap="none">
                <a:solidFill>
                  <a:srgbClr val="40458C"/>
                </a:solidFill>
                <a:latin typeface="Noto Sans Symbols"/>
                <a:ea typeface="Noto Sans Symbols"/>
                <a:cs typeface="Noto Sans Symbols"/>
                <a:sym typeface="Noto Sans Symbols"/>
              </a:rPr>
              <a:t>−</a:t>
            </a:r>
            <a:r>
              <a:rPr lang="en-US" sz="2000" b="1" i="1" u="none" strike="noStrike" cap="none">
                <a:solidFill>
                  <a:srgbClr val="40458C"/>
                </a:solidFill>
                <a:latin typeface="Times New Roman"/>
                <a:ea typeface="Times New Roman"/>
                <a:cs typeface="Times New Roman"/>
                <a:sym typeface="Times New Roman"/>
              </a:rPr>
              <a:t> </a:t>
            </a:r>
            <a:r>
              <a:rPr lang="en-US" sz="2000" b="1" i="0" u="none" strike="noStrike" cap="none">
                <a:solidFill>
                  <a:srgbClr val="00B0F0"/>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18 </a:t>
            </a:r>
            <a:r>
              <a:rPr lang="en-US" sz="2000" b="0" i="0" u="none" strike="noStrike" cap="none">
                <a:solidFill>
                  <a:srgbClr val="40458C"/>
                </a:solidFill>
                <a:latin typeface="Times New Roman"/>
                <a:ea typeface="Times New Roman"/>
                <a:cs typeface="Times New Roman"/>
                <a:sym typeface="Times New Roman"/>
              </a:rPr>
              <a:t>mod</a:t>
            </a:r>
            <a:r>
              <a:rPr lang="en-US" sz="2000" b="1" i="1"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imes New Roman"/>
                <a:ea typeface="Times New Roman"/>
                <a:cs typeface="Times New Roman"/>
                <a:sym typeface="Times New Roman"/>
              </a:rPr>
              <a:t>7</a:t>
            </a:r>
            <a:r>
              <a:rPr lang="en-US" sz="2000" b="1" i="0" u="none" strike="noStrike" cap="none">
                <a:solidFill>
                  <a:srgbClr val="00B0F0"/>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  </a:t>
            </a:r>
            <a:endParaRPr/>
          </a:p>
          <a:p>
            <a:pPr marL="457200" marR="0" lvl="1" indent="0" algn="l" rtl="0">
              <a:spcBef>
                <a:spcPts val="0"/>
              </a:spcBef>
              <a:spcAft>
                <a:spcPts val="0"/>
              </a:spcAft>
              <a:buClr>
                <a:srgbClr val="40458C"/>
              </a:buClr>
              <a:buSzPts val="1200"/>
              <a:buFont typeface="Noto Sans Symbols"/>
              <a:buNone/>
            </a:pPr>
            <a:r>
              <a:rPr lang="en-US" sz="2000" b="1" i="1" u="none" strike="noStrike" cap="none">
                <a:solidFill>
                  <a:srgbClr val="40458C"/>
                </a:solidFill>
                <a:latin typeface="Times New Roman"/>
                <a:ea typeface="Times New Roman"/>
                <a:cs typeface="Times New Roman"/>
                <a:sym typeface="Times New Roman"/>
              </a:rPr>
              <a:t>               =7-4 </a:t>
            </a:r>
            <a:r>
              <a:rPr lang="en-US" sz="2000" b="1" i="1" u="none" strike="noStrike" cap="none">
                <a:solidFill>
                  <a:srgbClr val="009999"/>
                </a:solidFill>
                <a:latin typeface="Times New Roman"/>
                <a:ea typeface="Times New Roman"/>
                <a:cs typeface="Times New Roman"/>
                <a:sym typeface="Times New Roman"/>
              </a:rPr>
              <a:t>=3</a:t>
            </a:r>
            <a:endParaRPr sz="2000" b="1" i="1" u="none" strike="noStrike" cap="none">
              <a:solidFill>
                <a:srgbClr val="009999"/>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Insert keys 18, 41, 22, 44, 59, 32, 31, 73, in this order</a:t>
            </a:r>
            <a:endParaRPr/>
          </a:p>
        </p:txBody>
      </p:sp>
      <p:sp>
        <p:nvSpPr>
          <p:cNvPr id="354" name="Google Shape;354;p16"/>
          <p:cNvSpPr txBox="1"/>
          <p:nvPr/>
        </p:nvSpPr>
        <p:spPr>
          <a:xfrm>
            <a:off x="518974" y="5192276"/>
            <a:ext cx="9759233" cy="121952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None/>
            </a:pPr>
            <a:endParaRPr sz="1050" b="0" i="0" u="none" strike="noStrike" cap="none">
              <a:solidFill>
                <a:srgbClr val="BE2D00"/>
              </a:solidFill>
              <a:latin typeface="Times New Roman"/>
              <a:ea typeface="Times New Roman"/>
              <a:cs typeface="Times New Roman"/>
              <a:sym typeface="Times New Roman"/>
            </a:endParaRPr>
          </a:p>
          <a:p>
            <a:pPr marL="342900" marR="0" lvl="0" indent="-189230" algn="l" rtl="0">
              <a:lnSpc>
                <a:spcPct val="90000"/>
              </a:lnSpc>
              <a:spcBef>
                <a:spcPts val="0"/>
              </a:spcBef>
              <a:spcAft>
                <a:spcPts val="0"/>
              </a:spcAft>
              <a:buClr>
                <a:srgbClr val="6F89F7"/>
              </a:buClr>
              <a:buSzPts val="2420"/>
              <a:buFont typeface="Noto Sans Symbols"/>
              <a:buNone/>
            </a:pPr>
            <a:endParaRPr sz="2200" b="0" i="0" u="none" strike="noStrike" cap="none">
              <a:solidFill>
                <a:srgbClr val="BE2D00"/>
              </a:solidFill>
              <a:latin typeface="Times New Roman"/>
              <a:ea typeface="Times New Roman"/>
              <a:cs typeface="Times New Roman"/>
              <a:sym typeface="Times New Roman"/>
            </a:endParaRPr>
          </a:p>
          <a:p>
            <a:pPr marL="342900" marR="0" lvl="0" indent="-342900" algn="l" rtl="0">
              <a:lnSpc>
                <a:spcPct val="90000"/>
              </a:lnSpc>
              <a:spcBef>
                <a:spcPts val="0"/>
              </a:spcBef>
              <a:spcAft>
                <a:spcPts val="0"/>
              </a:spcAft>
              <a:buClr>
                <a:srgbClr val="6F89F7"/>
              </a:buClr>
              <a:buSzPts val="2420"/>
              <a:buFont typeface="Noto Sans Symbols"/>
              <a:buChar char="•"/>
            </a:pPr>
            <a:r>
              <a:rPr lang="en-US" sz="2200" b="0" i="0" u="none" strike="noStrike" cap="none">
                <a:solidFill>
                  <a:srgbClr val="BE2D00"/>
                </a:solidFill>
                <a:latin typeface="Times New Roman"/>
                <a:ea typeface="Times New Roman"/>
                <a:cs typeface="Times New Roman"/>
                <a:sym typeface="Times New Roman"/>
              </a:rPr>
              <a:t>Probes calculations:</a:t>
            </a:r>
            <a:endParaRPr/>
          </a:p>
          <a:p>
            <a:pPr marL="0" marR="0" lvl="0" indent="0" algn="l" rtl="0">
              <a:lnSpc>
                <a:spcPct val="90000"/>
              </a:lnSpc>
              <a:spcBef>
                <a:spcPts val="0"/>
              </a:spcBef>
              <a:spcAft>
                <a:spcPts val="0"/>
              </a:spcAft>
              <a:buNone/>
            </a:pPr>
            <a:r>
              <a:rPr lang="en-US" sz="2200" b="0" i="0" u="none" strike="noStrike" cap="none">
                <a:solidFill>
                  <a:srgbClr val="BE2D00"/>
                </a:solidFill>
                <a:latin typeface="Times New Roman"/>
                <a:ea typeface="Times New Roman"/>
                <a:cs typeface="Times New Roman"/>
                <a:sym typeface="Times New Roman"/>
              </a:rPr>
              <a:t>     </a:t>
            </a:r>
            <a:r>
              <a:rPr lang="en-US" sz="2200" b="0" i="0" u="none" strike="noStrike" cap="none">
                <a:solidFill>
                  <a:schemeClr val="dk1"/>
                </a:solidFill>
                <a:latin typeface="Times New Roman"/>
                <a:ea typeface="Times New Roman"/>
                <a:cs typeface="Times New Roman"/>
                <a:sym typeface="Times New Roman"/>
              </a:rPr>
              <a:t>To prob a new solution  apply this technique: </a:t>
            </a:r>
            <a:endParaRPr/>
          </a:p>
          <a:p>
            <a:pPr marL="0" marR="0" lvl="0" indent="0" algn="l" rtl="0">
              <a:lnSpc>
                <a:spcPct val="90000"/>
              </a:lnSpc>
              <a:spcBef>
                <a:spcPts val="0"/>
              </a:spcBef>
              <a:spcAft>
                <a:spcPts val="0"/>
              </a:spcAft>
              <a:buNone/>
            </a:pPr>
            <a:r>
              <a:rPr lang="en-US" sz="2200" b="0" i="0" u="none" strike="noStrike" cap="none">
                <a:solidFill>
                  <a:schemeClr val="dk1"/>
                </a:solidFill>
                <a:latin typeface="Times New Roman"/>
                <a:ea typeface="Times New Roman"/>
                <a:cs typeface="Times New Roman"/>
                <a:sym typeface="Times New Roman"/>
              </a:rPr>
              <a:t>       </a:t>
            </a:r>
            <a:r>
              <a:rPr lang="en-US" sz="2200" b="0" i="0" u="none" strike="noStrike" cap="none">
                <a:solidFill>
                  <a:schemeClr val="dk1"/>
                </a:solidFill>
                <a:latin typeface="Tahoma"/>
                <a:ea typeface="Tahoma"/>
                <a:cs typeface="Tahoma"/>
                <a:sym typeface="Tahoma"/>
              </a:rPr>
              <a:t>for </a:t>
            </a:r>
            <a:r>
              <a:rPr lang="en-US" sz="2200" b="0" i="1" u="none" strike="noStrike" cap="none">
                <a:solidFill>
                  <a:schemeClr val="dk1"/>
                </a:solidFill>
                <a:latin typeface="Times New Roman"/>
                <a:ea typeface="Times New Roman"/>
                <a:cs typeface="Times New Roman"/>
                <a:sym typeface="Times New Roman"/>
              </a:rPr>
              <a:t>j </a:t>
            </a:r>
            <a:r>
              <a:rPr lang="en-US" sz="2200" b="0" i="0" u="none" strike="noStrike" cap="none">
                <a:solidFill>
                  <a:schemeClr val="dk1"/>
                </a:solidFill>
                <a:latin typeface="Noto Sans Symbols"/>
                <a:ea typeface="Noto Sans Symbols"/>
                <a:cs typeface="Noto Sans Symbols"/>
                <a:sym typeface="Noto Sans Symbols"/>
              </a:rPr>
              <a:t>=</a:t>
            </a:r>
            <a:r>
              <a:rPr lang="en-US" sz="2200" b="0" i="0" u="none" strike="noStrike" cap="none">
                <a:solidFill>
                  <a:schemeClr val="dk1"/>
                </a:solidFill>
                <a:latin typeface="Times New Roman"/>
                <a:ea typeface="Times New Roman"/>
                <a:cs typeface="Times New Roman"/>
                <a:sym typeface="Times New Roman"/>
              </a:rPr>
              <a:t> 0,  1, … , </a:t>
            </a:r>
            <a:r>
              <a:rPr lang="en-US" sz="2200" b="0" i="1" u="none" strike="noStrike" cap="none">
                <a:solidFill>
                  <a:schemeClr val="dk1"/>
                </a:solidFill>
                <a:latin typeface="Times New Roman"/>
                <a:ea typeface="Times New Roman"/>
                <a:cs typeface="Times New Roman"/>
                <a:sym typeface="Times New Roman"/>
              </a:rPr>
              <a:t>N </a:t>
            </a:r>
            <a:r>
              <a:rPr lang="en-US" sz="2000" b="0" i="0" u="none" strike="noStrike" cap="none">
                <a:solidFill>
                  <a:schemeClr val="dk1"/>
                </a:solidFill>
                <a:latin typeface="Noto Sans Symbols"/>
                <a:ea typeface="Noto Sans Symbols"/>
                <a:cs typeface="Noto Sans Symbols"/>
                <a:sym typeface="Noto Sans Symbols"/>
              </a:rPr>
              <a:t>−</a:t>
            </a:r>
            <a:r>
              <a:rPr lang="en-US" sz="2200" b="0" i="0" u="none" strike="noStrike" cap="none">
                <a:solidFill>
                  <a:schemeClr val="dk1"/>
                </a:solidFill>
                <a:latin typeface="Times New Roman"/>
                <a:ea typeface="Times New Roman"/>
                <a:cs typeface="Times New Roman"/>
                <a:sym typeface="Times New Roman"/>
              </a:rPr>
              <a:t> 1</a:t>
            </a:r>
            <a:endParaRPr/>
          </a:p>
          <a:p>
            <a:pPr marL="0" marR="0" lvl="0" indent="0" algn="l" rtl="0">
              <a:lnSpc>
                <a:spcPct val="90000"/>
              </a:lnSpc>
              <a:spcBef>
                <a:spcPts val="0"/>
              </a:spcBef>
              <a:spcAft>
                <a:spcPts val="0"/>
              </a:spcAft>
              <a:buNone/>
            </a:pPr>
            <a:r>
              <a:rPr lang="en-US" sz="2200" b="0" i="0" u="none" strike="noStrike" cap="none">
                <a:solidFill>
                  <a:schemeClr val="dk1"/>
                </a:solidFill>
                <a:latin typeface="Times New Roman"/>
                <a:ea typeface="Times New Roman"/>
                <a:cs typeface="Times New Roman"/>
                <a:sym typeface="Times New Roman"/>
              </a:rPr>
              <a:t>           New solution =   (</a:t>
            </a:r>
            <a:r>
              <a:rPr lang="en-US" sz="2200" b="0" i="1" u="none" strike="noStrike" cap="none">
                <a:solidFill>
                  <a:schemeClr val="dk1"/>
                </a:solidFill>
                <a:latin typeface="Times New Roman"/>
                <a:ea typeface="Times New Roman"/>
                <a:cs typeface="Times New Roman"/>
                <a:sym typeface="Times New Roman"/>
              </a:rPr>
              <a:t>i </a:t>
            </a:r>
            <a:r>
              <a:rPr lang="en-US" sz="2200" b="0" i="0" u="none" strike="noStrike" cap="none">
                <a:solidFill>
                  <a:schemeClr val="dk1"/>
                </a:solidFill>
                <a:latin typeface="Noto Sans Symbols"/>
                <a:ea typeface="Noto Sans Symbols"/>
                <a:cs typeface="Noto Sans Symbols"/>
                <a:sym typeface="Noto Sans Symbols"/>
              </a:rPr>
              <a:t>+</a:t>
            </a:r>
            <a:r>
              <a:rPr lang="en-US" sz="2200" b="0" i="0" u="none" strike="noStrike" cap="none">
                <a:solidFill>
                  <a:schemeClr val="dk1"/>
                </a:solidFill>
                <a:latin typeface="Times New Roman"/>
                <a:ea typeface="Times New Roman"/>
                <a:cs typeface="Times New Roman"/>
                <a:sym typeface="Times New Roman"/>
              </a:rPr>
              <a:t> </a:t>
            </a:r>
            <a:r>
              <a:rPr lang="en-US" sz="2200" b="0" i="1" u="none" strike="noStrike" cap="none">
                <a:solidFill>
                  <a:schemeClr val="dk1"/>
                </a:solidFill>
                <a:latin typeface="Times New Roman"/>
                <a:ea typeface="Times New Roman"/>
                <a:cs typeface="Times New Roman"/>
                <a:sym typeface="Times New Roman"/>
              </a:rPr>
              <a:t>jd</a:t>
            </a:r>
            <a:r>
              <a:rPr lang="en-US" sz="1050" b="0" i="1" u="none" strike="noStrike" cap="none">
                <a:solidFill>
                  <a:schemeClr val="dk1"/>
                </a:solidFill>
                <a:latin typeface="Times New Roman"/>
                <a:ea typeface="Times New Roman"/>
                <a:cs typeface="Times New Roman"/>
                <a:sym typeface="Times New Roman"/>
              </a:rPr>
              <a:t> </a:t>
            </a:r>
            <a:r>
              <a:rPr lang="en-US" sz="2200" b="0" i="0" u="none" strike="noStrike" cap="none">
                <a:solidFill>
                  <a:schemeClr val="dk1"/>
                </a:solidFill>
                <a:latin typeface="Times New Roman"/>
                <a:ea typeface="Times New Roman"/>
                <a:cs typeface="Times New Roman"/>
                <a:sym typeface="Times New Roman"/>
              </a:rPr>
              <a:t>(</a:t>
            </a:r>
            <a:r>
              <a:rPr lang="en-US" sz="2200" b="0" i="1" u="none" strike="noStrike" cap="none">
                <a:solidFill>
                  <a:schemeClr val="dk1"/>
                </a:solidFill>
                <a:latin typeface="Times New Roman"/>
                <a:ea typeface="Times New Roman"/>
                <a:cs typeface="Times New Roman"/>
                <a:sym typeface="Times New Roman"/>
              </a:rPr>
              <a:t>k</a:t>
            </a:r>
            <a:r>
              <a:rPr lang="en-US" sz="2200" b="0" i="0" u="none" strike="noStrike" cap="none">
                <a:solidFill>
                  <a:schemeClr val="dk1"/>
                </a:solidFill>
                <a:latin typeface="Times New Roman"/>
                <a:ea typeface="Times New Roman"/>
                <a:cs typeface="Times New Roman"/>
                <a:sym typeface="Times New Roman"/>
              </a:rPr>
              <a:t>)) mod </a:t>
            </a:r>
            <a:r>
              <a:rPr lang="en-US" sz="2200" b="0" i="1" u="none" strike="noStrike" cap="none">
                <a:solidFill>
                  <a:schemeClr val="dk1"/>
                </a:solidFill>
                <a:latin typeface="Times New Roman"/>
                <a:ea typeface="Times New Roman"/>
                <a:cs typeface="Times New Roman"/>
                <a:sym typeface="Times New Roman"/>
              </a:rPr>
              <a:t>N,          where i=h(k)</a:t>
            </a:r>
            <a:endParaRPr sz="2200" b="0" i="0" u="none" strike="noStrike" cap="none">
              <a:solidFill>
                <a:schemeClr val="dk1"/>
              </a:solidFill>
              <a:latin typeface="Times New Roman"/>
              <a:ea typeface="Times New Roman"/>
              <a:cs typeface="Times New Roman"/>
              <a:sym typeface="Times New Roman"/>
            </a:endParaRPr>
          </a:p>
        </p:txBody>
      </p:sp>
      <p:sp>
        <p:nvSpPr>
          <p:cNvPr id="355" name="Google Shape;355;p16"/>
          <p:cNvSpPr/>
          <p:nvPr/>
        </p:nvSpPr>
        <p:spPr>
          <a:xfrm>
            <a:off x="61633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56" name="Google Shape;356;p16"/>
          <p:cNvSpPr/>
          <p:nvPr/>
        </p:nvSpPr>
        <p:spPr>
          <a:xfrm>
            <a:off x="64681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57" name="Google Shape;357;p16"/>
          <p:cNvSpPr/>
          <p:nvPr/>
        </p:nvSpPr>
        <p:spPr>
          <a:xfrm>
            <a:off x="67729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58" name="Google Shape;358;p16"/>
          <p:cNvSpPr/>
          <p:nvPr/>
        </p:nvSpPr>
        <p:spPr>
          <a:xfrm>
            <a:off x="70777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59" name="Google Shape;359;p16"/>
          <p:cNvSpPr/>
          <p:nvPr/>
        </p:nvSpPr>
        <p:spPr>
          <a:xfrm>
            <a:off x="73825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0" name="Google Shape;360;p16"/>
          <p:cNvSpPr/>
          <p:nvPr/>
        </p:nvSpPr>
        <p:spPr>
          <a:xfrm>
            <a:off x="76873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1" name="Google Shape;361;p16"/>
          <p:cNvSpPr/>
          <p:nvPr/>
        </p:nvSpPr>
        <p:spPr>
          <a:xfrm>
            <a:off x="79921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2" name="Google Shape;362;p16"/>
          <p:cNvSpPr/>
          <p:nvPr/>
        </p:nvSpPr>
        <p:spPr>
          <a:xfrm>
            <a:off x="82969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3" name="Google Shape;363;p16"/>
          <p:cNvSpPr/>
          <p:nvPr/>
        </p:nvSpPr>
        <p:spPr>
          <a:xfrm>
            <a:off x="86017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4" name="Google Shape;364;p16"/>
          <p:cNvSpPr/>
          <p:nvPr/>
        </p:nvSpPr>
        <p:spPr>
          <a:xfrm>
            <a:off x="89065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5" name="Google Shape;365;p16"/>
          <p:cNvSpPr/>
          <p:nvPr/>
        </p:nvSpPr>
        <p:spPr>
          <a:xfrm>
            <a:off x="92113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6" name="Google Shape;366;p16"/>
          <p:cNvSpPr/>
          <p:nvPr/>
        </p:nvSpPr>
        <p:spPr>
          <a:xfrm>
            <a:off x="95161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7" name="Google Shape;367;p16"/>
          <p:cNvSpPr/>
          <p:nvPr/>
        </p:nvSpPr>
        <p:spPr>
          <a:xfrm>
            <a:off x="9820918"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68" name="Google Shape;368;p16"/>
          <p:cNvSpPr txBox="1"/>
          <p:nvPr/>
        </p:nvSpPr>
        <p:spPr>
          <a:xfrm>
            <a:off x="6166493"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0</a:t>
            </a:r>
            <a:endParaRPr/>
          </a:p>
        </p:txBody>
      </p:sp>
      <p:sp>
        <p:nvSpPr>
          <p:cNvPr id="369" name="Google Shape;369;p16"/>
          <p:cNvSpPr txBox="1"/>
          <p:nvPr/>
        </p:nvSpPr>
        <p:spPr>
          <a:xfrm>
            <a:off x="6468118"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a:t>
            </a:r>
            <a:endParaRPr/>
          </a:p>
        </p:txBody>
      </p:sp>
      <p:sp>
        <p:nvSpPr>
          <p:cNvPr id="370" name="Google Shape;370;p16"/>
          <p:cNvSpPr txBox="1"/>
          <p:nvPr/>
        </p:nvSpPr>
        <p:spPr>
          <a:xfrm>
            <a:off x="6769743"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2</a:t>
            </a:r>
            <a:endParaRPr/>
          </a:p>
        </p:txBody>
      </p:sp>
      <p:sp>
        <p:nvSpPr>
          <p:cNvPr id="371" name="Google Shape;371;p16"/>
          <p:cNvSpPr txBox="1"/>
          <p:nvPr/>
        </p:nvSpPr>
        <p:spPr>
          <a:xfrm>
            <a:off x="7071368"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3</a:t>
            </a:r>
            <a:endParaRPr/>
          </a:p>
        </p:txBody>
      </p:sp>
      <p:sp>
        <p:nvSpPr>
          <p:cNvPr id="372" name="Google Shape;372;p16"/>
          <p:cNvSpPr txBox="1"/>
          <p:nvPr/>
        </p:nvSpPr>
        <p:spPr>
          <a:xfrm>
            <a:off x="7372993"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4</a:t>
            </a:r>
            <a:endParaRPr/>
          </a:p>
        </p:txBody>
      </p:sp>
      <p:sp>
        <p:nvSpPr>
          <p:cNvPr id="373" name="Google Shape;373;p16"/>
          <p:cNvSpPr txBox="1"/>
          <p:nvPr/>
        </p:nvSpPr>
        <p:spPr>
          <a:xfrm>
            <a:off x="7674618"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5</a:t>
            </a:r>
            <a:endParaRPr/>
          </a:p>
        </p:txBody>
      </p:sp>
      <p:sp>
        <p:nvSpPr>
          <p:cNvPr id="374" name="Google Shape;374;p16"/>
          <p:cNvSpPr txBox="1"/>
          <p:nvPr/>
        </p:nvSpPr>
        <p:spPr>
          <a:xfrm>
            <a:off x="7976243"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6</a:t>
            </a:r>
            <a:endParaRPr/>
          </a:p>
        </p:txBody>
      </p:sp>
      <p:sp>
        <p:nvSpPr>
          <p:cNvPr id="375" name="Google Shape;375;p16"/>
          <p:cNvSpPr txBox="1"/>
          <p:nvPr/>
        </p:nvSpPr>
        <p:spPr>
          <a:xfrm>
            <a:off x="8277868"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7</a:t>
            </a:r>
            <a:endParaRPr/>
          </a:p>
        </p:txBody>
      </p:sp>
      <p:sp>
        <p:nvSpPr>
          <p:cNvPr id="376" name="Google Shape;376;p16"/>
          <p:cNvSpPr txBox="1"/>
          <p:nvPr/>
        </p:nvSpPr>
        <p:spPr>
          <a:xfrm>
            <a:off x="8579493"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8</a:t>
            </a:r>
            <a:endParaRPr/>
          </a:p>
        </p:txBody>
      </p:sp>
      <p:sp>
        <p:nvSpPr>
          <p:cNvPr id="377" name="Google Shape;377;p16"/>
          <p:cNvSpPr txBox="1"/>
          <p:nvPr/>
        </p:nvSpPr>
        <p:spPr>
          <a:xfrm>
            <a:off x="8881118"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9</a:t>
            </a:r>
            <a:endParaRPr/>
          </a:p>
        </p:txBody>
      </p:sp>
      <p:sp>
        <p:nvSpPr>
          <p:cNvPr id="378" name="Google Shape;378;p16"/>
          <p:cNvSpPr txBox="1"/>
          <p:nvPr/>
        </p:nvSpPr>
        <p:spPr>
          <a:xfrm>
            <a:off x="9125593" y="37249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10</a:t>
            </a:r>
            <a:endParaRPr/>
          </a:p>
        </p:txBody>
      </p:sp>
      <p:sp>
        <p:nvSpPr>
          <p:cNvPr id="379" name="Google Shape;379;p16"/>
          <p:cNvSpPr txBox="1"/>
          <p:nvPr/>
        </p:nvSpPr>
        <p:spPr>
          <a:xfrm>
            <a:off x="9427218" y="37249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11</a:t>
            </a:r>
            <a:endParaRPr/>
          </a:p>
        </p:txBody>
      </p:sp>
      <p:sp>
        <p:nvSpPr>
          <p:cNvPr id="380" name="Google Shape;380;p16"/>
          <p:cNvSpPr txBox="1"/>
          <p:nvPr/>
        </p:nvSpPr>
        <p:spPr>
          <a:xfrm>
            <a:off x="9728843" y="37249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12</a:t>
            </a:r>
            <a:endParaRPr/>
          </a:p>
        </p:txBody>
      </p:sp>
      <p:sp>
        <p:nvSpPr>
          <p:cNvPr id="381" name="Google Shape;381;p16"/>
          <p:cNvSpPr/>
          <p:nvPr/>
        </p:nvSpPr>
        <p:spPr>
          <a:xfrm>
            <a:off x="61633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31</a:t>
            </a:r>
            <a:endParaRPr/>
          </a:p>
        </p:txBody>
      </p:sp>
      <p:sp>
        <p:nvSpPr>
          <p:cNvPr id="382" name="Google Shape;382;p16"/>
          <p:cNvSpPr/>
          <p:nvPr/>
        </p:nvSpPr>
        <p:spPr>
          <a:xfrm>
            <a:off x="64681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83" name="Google Shape;383;p16"/>
          <p:cNvSpPr/>
          <p:nvPr/>
        </p:nvSpPr>
        <p:spPr>
          <a:xfrm>
            <a:off x="67729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41</a:t>
            </a:r>
            <a:endParaRPr/>
          </a:p>
        </p:txBody>
      </p:sp>
      <p:sp>
        <p:nvSpPr>
          <p:cNvPr id="384" name="Google Shape;384;p16"/>
          <p:cNvSpPr/>
          <p:nvPr/>
        </p:nvSpPr>
        <p:spPr>
          <a:xfrm>
            <a:off x="70777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85" name="Google Shape;385;p16"/>
          <p:cNvSpPr/>
          <p:nvPr/>
        </p:nvSpPr>
        <p:spPr>
          <a:xfrm>
            <a:off x="73825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86" name="Google Shape;386;p16"/>
          <p:cNvSpPr/>
          <p:nvPr/>
        </p:nvSpPr>
        <p:spPr>
          <a:xfrm>
            <a:off x="76873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18</a:t>
            </a:r>
            <a:endParaRPr/>
          </a:p>
        </p:txBody>
      </p:sp>
      <p:sp>
        <p:nvSpPr>
          <p:cNvPr id="387" name="Google Shape;387;p16"/>
          <p:cNvSpPr/>
          <p:nvPr/>
        </p:nvSpPr>
        <p:spPr>
          <a:xfrm>
            <a:off x="79921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32</a:t>
            </a:r>
            <a:endParaRPr/>
          </a:p>
        </p:txBody>
      </p:sp>
      <p:sp>
        <p:nvSpPr>
          <p:cNvPr id="388" name="Google Shape;388;p16"/>
          <p:cNvSpPr/>
          <p:nvPr/>
        </p:nvSpPr>
        <p:spPr>
          <a:xfrm>
            <a:off x="82969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59</a:t>
            </a:r>
            <a:endParaRPr/>
          </a:p>
        </p:txBody>
      </p:sp>
      <p:sp>
        <p:nvSpPr>
          <p:cNvPr id="389" name="Google Shape;389;p16"/>
          <p:cNvSpPr/>
          <p:nvPr/>
        </p:nvSpPr>
        <p:spPr>
          <a:xfrm>
            <a:off x="86017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73</a:t>
            </a:r>
            <a:endParaRPr/>
          </a:p>
        </p:txBody>
      </p:sp>
      <p:sp>
        <p:nvSpPr>
          <p:cNvPr id="390" name="Google Shape;390;p16"/>
          <p:cNvSpPr/>
          <p:nvPr/>
        </p:nvSpPr>
        <p:spPr>
          <a:xfrm>
            <a:off x="89065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22</a:t>
            </a:r>
            <a:endParaRPr/>
          </a:p>
        </p:txBody>
      </p:sp>
      <p:sp>
        <p:nvSpPr>
          <p:cNvPr id="391" name="Google Shape;391;p16"/>
          <p:cNvSpPr/>
          <p:nvPr/>
        </p:nvSpPr>
        <p:spPr>
          <a:xfrm>
            <a:off x="92113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44</a:t>
            </a:r>
            <a:endParaRPr/>
          </a:p>
        </p:txBody>
      </p:sp>
      <p:sp>
        <p:nvSpPr>
          <p:cNvPr id="392" name="Google Shape;392;p16"/>
          <p:cNvSpPr/>
          <p:nvPr/>
        </p:nvSpPr>
        <p:spPr>
          <a:xfrm>
            <a:off x="95161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393" name="Google Shape;393;p16"/>
          <p:cNvSpPr/>
          <p:nvPr/>
        </p:nvSpPr>
        <p:spPr>
          <a:xfrm>
            <a:off x="9820918"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394" name="Google Shape;394;p16"/>
          <p:cNvSpPr txBox="1"/>
          <p:nvPr/>
        </p:nvSpPr>
        <p:spPr>
          <a:xfrm>
            <a:off x="6166493"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0</a:t>
            </a:r>
            <a:endParaRPr/>
          </a:p>
        </p:txBody>
      </p:sp>
      <p:sp>
        <p:nvSpPr>
          <p:cNvPr id="395" name="Google Shape;395;p16"/>
          <p:cNvSpPr txBox="1"/>
          <p:nvPr/>
        </p:nvSpPr>
        <p:spPr>
          <a:xfrm>
            <a:off x="6468118"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a:t>
            </a:r>
            <a:endParaRPr/>
          </a:p>
        </p:txBody>
      </p:sp>
      <p:sp>
        <p:nvSpPr>
          <p:cNvPr id="396" name="Google Shape;396;p16"/>
          <p:cNvSpPr txBox="1"/>
          <p:nvPr/>
        </p:nvSpPr>
        <p:spPr>
          <a:xfrm>
            <a:off x="6769743"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2</a:t>
            </a:r>
            <a:endParaRPr/>
          </a:p>
        </p:txBody>
      </p:sp>
      <p:sp>
        <p:nvSpPr>
          <p:cNvPr id="397" name="Google Shape;397;p16"/>
          <p:cNvSpPr txBox="1"/>
          <p:nvPr/>
        </p:nvSpPr>
        <p:spPr>
          <a:xfrm>
            <a:off x="7071368"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3</a:t>
            </a:r>
            <a:endParaRPr/>
          </a:p>
        </p:txBody>
      </p:sp>
      <p:sp>
        <p:nvSpPr>
          <p:cNvPr id="398" name="Google Shape;398;p16"/>
          <p:cNvSpPr txBox="1"/>
          <p:nvPr/>
        </p:nvSpPr>
        <p:spPr>
          <a:xfrm>
            <a:off x="7372993"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4</a:t>
            </a:r>
            <a:endParaRPr/>
          </a:p>
        </p:txBody>
      </p:sp>
      <p:sp>
        <p:nvSpPr>
          <p:cNvPr id="399" name="Google Shape;399;p16"/>
          <p:cNvSpPr txBox="1"/>
          <p:nvPr/>
        </p:nvSpPr>
        <p:spPr>
          <a:xfrm>
            <a:off x="7674618"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5</a:t>
            </a:r>
            <a:endParaRPr/>
          </a:p>
        </p:txBody>
      </p:sp>
      <p:sp>
        <p:nvSpPr>
          <p:cNvPr id="400" name="Google Shape;400;p16"/>
          <p:cNvSpPr txBox="1"/>
          <p:nvPr/>
        </p:nvSpPr>
        <p:spPr>
          <a:xfrm>
            <a:off x="7976243"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6</a:t>
            </a:r>
            <a:endParaRPr/>
          </a:p>
        </p:txBody>
      </p:sp>
      <p:sp>
        <p:nvSpPr>
          <p:cNvPr id="401" name="Google Shape;401;p16"/>
          <p:cNvSpPr txBox="1"/>
          <p:nvPr/>
        </p:nvSpPr>
        <p:spPr>
          <a:xfrm>
            <a:off x="8277868"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7</a:t>
            </a:r>
            <a:endParaRPr/>
          </a:p>
        </p:txBody>
      </p:sp>
      <p:sp>
        <p:nvSpPr>
          <p:cNvPr id="402" name="Google Shape;402;p16"/>
          <p:cNvSpPr txBox="1"/>
          <p:nvPr/>
        </p:nvSpPr>
        <p:spPr>
          <a:xfrm>
            <a:off x="8579493"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8</a:t>
            </a:r>
            <a:endParaRPr/>
          </a:p>
        </p:txBody>
      </p:sp>
      <p:sp>
        <p:nvSpPr>
          <p:cNvPr id="403" name="Google Shape;403;p16"/>
          <p:cNvSpPr txBox="1"/>
          <p:nvPr/>
        </p:nvSpPr>
        <p:spPr>
          <a:xfrm>
            <a:off x="8881118"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9</a:t>
            </a:r>
            <a:endParaRPr/>
          </a:p>
        </p:txBody>
      </p:sp>
      <p:sp>
        <p:nvSpPr>
          <p:cNvPr id="404" name="Google Shape;404;p16"/>
          <p:cNvSpPr txBox="1"/>
          <p:nvPr/>
        </p:nvSpPr>
        <p:spPr>
          <a:xfrm>
            <a:off x="9125593" y="49441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10</a:t>
            </a:r>
            <a:endParaRPr/>
          </a:p>
        </p:txBody>
      </p:sp>
      <p:sp>
        <p:nvSpPr>
          <p:cNvPr id="405" name="Google Shape;405;p16"/>
          <p:cNvSpPr txBox="1"/>
          <p:nvPr/>
        </p:nvSpPr>
        <p:spPr>
          <a:xfrm>
            <a:off x="9427218" y="49441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11</a:t>
            </a:r>
            <a:endParaRPr/>
          </a:p>
        </p:txBody>
      </p:sp>
      <p:sp>
        <p:nvSpPr>
          <p:cNvPr id="406" name="Google Shape;406;p16"/>
          <p:cNvSpPr txBox="1"/>
          <p:nvPr/>
        </p:nvSpPr>
        <p:spPr>
          <a:xfrm>
            <a:off x="9728843" y="49441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12</a:t>
            </a:r>
            <a:endParaRPr/>
          </a:p>
        </p:txBody>
      </p:sp>
      <p:sp>
        <p:nvSpPr>
          <p:cNvPr id="407" name="Google Shape;407;p16"/>
          <p:cNvSpPr/>
          <p:nvPr/>
        </p:nvSpPr>
        <p:spPr>
          <a:xfrm>
            <a:off x="7992118" y="4144004"/>
            <a:ext cx="304800" cy="304800"/>
          </a:xfrm>
          <a:prstGeom prst="downArrow">
            <a:avLst>
              <a:gd name="adj1" fmla="val 50000"/>
              <a:gd name="adj2" fmla="val 25000"/>
            </a:avLst>
          </a:prstGeom>
          <a:noFill/>
          <a:ln w="28575"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graphicFrame>
        <p:nvGraphicFramePr>
          <p:cNvPr id="408" name="Google Shape;408;p16"/>
          <p:cNvGraphicFramePr/>
          <p:nvPr/>
        </p:nvGraphicFramePr>
        <p:xfrm>
          <a:off x="5575943" y="780885"/>
          <a:ext cx="3025775" cy="2384425"/>
        </p:xfrm>
        <a:graphic>
          <a:graphicData uri="http://schemas.openxmlformats.org/presentationml/2006/ole">
            <mc:AlternateContent xmlns:mc="http://schemas.openxmlformats.org/markup-compatibility/2006">
              <mc:Choice xmlns:v="urn:schemas-microsoft-com:vml" Requires="v">
                <p:oleObj r:id="rId5" imgW="3025775" imgH="2384425" progId="Excel.Sheet.8">
                  <p:embed/>
                </p:oleObj>
              </mc:Choice>
              <mc:Fallback>
                <p:oleObj r:id="rId5" imgW="3025775" imgH="2384425" progId="Excel.Sheet.8">
                  <p:embed/>
                  <p:pic>
                    <p:nvPicPr>
                      <p:cNvPr id="408" name="Google Shape;408;p16"/>
                      <p:cNvPicPr preferRelativeResize="0"/>
                      <p:nvPr/>
                    </p:nvPicPr>
                    <p:blipFill rotWithShape="1">
                      <a:blip r:embed="rId6">
                        <a:alphaModFix/>
                      </a:blip>
                      <a:srcRect/>
                      <a:stretch/>
                    </p:blipFill>
                    <p:spPr>
                      <a:xfrm>
                        <a:off x="5575943" y="780885"/>
                        <a:ext cx="3025775" cy="2384425"/>
                      </a:xfrm>
                      <a:prstGeom prst="rect">
                        <a:avLst/>
                      </a:prstGeom>
                      <a:solidFill>
                        <a:srgbClr val="FFFFFF"/>
                      </a:solidFill>
                      <a:ln>
                        <a:noFill/>
                      </a:ln>
                    </p:spPr>
                  </p:pic>
                </p:oleObj>
              </mc:Fallback>
            </mc:AlternateContent>
          </a:graphicData>
        </a:graphic>
      </p:graphicFrame>
      <p:sp>
        <p:nvSpPr>
          <p:cNvPr id="409" name="Google Shape;409;p16"/>
          <p:cNvSpPr/>
          <p:nvPr/>
        </p:nvSpPr>
        <p:spPr>
          <a:xfrm>
            <a:off x="813045" y="140826"/>
            <a:ext cx="34371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F3864"/>
                </a:solidFill>
                <a:latin typeface="Tahoma"/>
                <a:ea typeface="Tahoma"/>
                <a:cs typeface="Tahoma"/>
                <a:sym typeface="Tahoma"/>
              </a:rPr>
              <a:t>Double Hashing</a:t>
            </a:r>
            <a:endParaRPr/>
          </a:p>
        </p:txBody>
      </p:sp>
      <p:graphicFrame>
        <p:nvGraphicFramePr>
          <p:cNvPr id="410" name="Google Shape;410;p16"/>
          <p:cNvGraphicFramePr/>
          <p:nvPr/>
        </p:nvGraphicFramePr>
        <p:xfrm>
          <a:off x="9839968" y="792848"/>
          <a:ext cx="1816100" cy="2506985"/>
        </p:xfrm>
        <a:graphic>
          <a:graphicData uri="http://schemas.openxmlformats.org/drawingml/2006/table">
            <a:tbl>
              <a:tblPr>
                <a:noFill/>
                <a:tableStyleId>{DF419270-D5BD-48FD-BDD9-7F07EEACEAFA}</a:tableStyleId>
              </a:tblPr>
              <a:tblGrid>
                <a:gridCol w="4953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198125">
                <a:tc>
                  <a:txBody>
                    <a:bodyPr/>
                    <a:lstStyle/>
                    <a:p>
                      <a:pPr marL="0" marR="0" lvl="0" indent="0" algn="ctr" rtl="1">
                        <a:spcBef>
                          <a:spcPts val="0"/>
                        </a:spcBef>
                        <a:spcAft>
                          <a:spcPts val="0"/>
                        </a:spcAft>
                        <a:buNone/>
                      </a:pPr>
                      <a:r>
                        <a:rPr lang="en-US" sz="1200" u="none" strike="noStrike" cap="none"/>
                        <a:t>Key</a:t>
                      </a:r>
                      <a:endParaRPr sz="1200" b="1" i="0"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200" u="none" strike="noStrike" cap="none"/>
                        <a:t>N</a:t>
                      </a:r>
                      <a:endParaRPr sz="1200" b="1" i="0"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200" u="none" strike="noStrike" cap="none"/>
                        <a:t>Hash value</a:t>
                      </a:r>
                      <a:endParaRPr sz="1200" b="1" i="0" u="none" strike="noStrike" cap="none">
                        <a:solidFill>
                          <a:srgbClr val="0000CC"/>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0"/>
                  </a:ext>
                </a:extLst>
              </a:tr>
              <a:tr h="266700">
                <a:tc>
                  <a:txBody>
                    <a:bodyPr/>
                    <a:lstStyle/>
                    <a:p>
                      <a:pPr marL="0" marR="0" lvl="0" indent="0" algn="ctr" rtl="1">
                        <a:spcBef>
                          <a:spcPts val="0"/>
                        </a:spcBef>
                        <a:spcAft>
                          <a:spcPts val="0"/>
                        </a:spcAft>
                        <a:buNone/>
                      </a:pPr>
                      <a:r>
                        <a:rPr lang="en-US" sz="1200" u="none" strike="noStrike" cap="none"/>
                        <a:t>18</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5</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1"/>
                  </a:ext>
                </a:extLst>
              </a:tr>
              <a:tr h="266700">
                <a:tc>
                  <a:txBody>
                    <a:bodyPr/>
                    <a:lstStyle/>
                    <a:p>
                      <a:pPr marL="0" marR="0" lvl="0" indent="0" algn="ctr" rtl="1">
                        <a:spcBef>
                          <a:spcPts val="0"/>
                        </a:spcBef>
                        <a:spcAft>
                          <a:spcPts val="0"/>
                        </a:spcAft>
                        <a:buNone/>
                      </a:pPr>
                      <a:r>
                        <a:rPr lang="en-US" sz="1200" u="none" strike="noStrike" cap="none"/>
                        <a:t>41</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2</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2"/>
                  </a:ext>
                </a:extLst>
              </a:tr>
              <a:tr h="266700">
                <a:tc>
                  <a:txBody>
                    <a:bodyPr/>
                    <a:lstStyle/>
                    <a:p>
                      <a:pPr marL="0" marR="0" lvl="0" indent="0" algn="ctr" rtl="1">
                        <a:spcBef>
                          <a:spcPts val="0"/>
                        </a:spcBef>
                        <a:spcAft>
                          <a:spcPts val="0"/>
                        </a:spcAft>
                        <a:buNone/>
                      </a:pPr>
                      <a:r>
                        <a:rPr lang="en-US" sz="1200" u="none" strike="noStrike" cap="none"/>
                        <a:t>22</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9</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3"/>
                  </a:ext>
                </a:extLst>
              </a:tr>
              <a:tr h="266700">
                <a:tc>
                  <a:txBody>
                    <a:bodyPr/>
                    <a:lstStyle/>
                    <a:p>
                      <a:pPr marL="0" marR="0" lvl="0" indent="0" algn="ctr" rtl="1">
                        <a:spcBef>
                          <a:spcPts val="0"/>
                        </a:spcBef>
                        <a:spcAft>
                          <a:spcPts val="0"/>
                        </a:spcAft>
                        <a:buNone/>
                      </a:pPr>
                      <a:r>
                        <a:rPr lang="en-US" sz="1200" u="none" strike="noStrike" cap="none"/>
                        <a:t>44</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5</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4"/>
                  </a:ext>
                </a:extLst>
              </a:tr>
              <a:tr h="266700">
                <a:tc>
                  <a:txBody>
                    <a:bodyPr/>
                    <a:lstStyle/>
                    <a:p>
                      <a:pPr marL="0" marR="0" lvl="0" indent="0" algn="ctr" rtl="1">
                        <a:spcBef>
                          <a:spcPts val="0"/>
                        </a:spcBef>
                        <a:spcAft>
                          <a:spcPts val="0"/>
                        </a:spcAft>
                        <a:buNone/>
                      </a:pPr>
                      <a:r>
                        <a:rPr lang="en-US" sz="1200" u="none" strike="noStrike" cap="none"/>
                        <a:t>59</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7</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5"/>
                  </a:ext>
                </a:extLst>
              </a:tr>
              <a:tr h="266700">
                <a:tc>
                  <a:txBody>
                    <a:bodyPr/>
                    <a:lstStyle/>
                    <a:p>
                      <a:pPr marL="0" marR="0" lvl="0" indent="0" algn="ctr" rtl="1">
                        <a:spcBef>
                          <a:spcPts val="0"/>
                        </a:spcBef>
                        <a:spcAft>
                          <a:spcPts val="0"/>
                        </a:spcAft>
                        <a:buNone/>
                      </a:pPr>
                      <a:r>
                        <a:rPr lang="en-US" sz="1200" u="none" strike="noStrike" cap="none"/>
                        <a:t>32</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6</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6"/>
                  </a:ext>
                </a:extLst>
              </a:tr>
              <a:tr h="266700">
                <a:tc>
                  <a:txBody>
                    <a:bodyPr/>
                    <a:lstStyle/>
                    <a:p>
                      <a:pPr marL="0" marR="0" lvl="0" indent="0" algn="ctr" rtl="1">
                        <a:spcBef>
                          <a:spcPts val="0"/>
                        </a:spcBef>
                        <a:spcAft>
                          <a:spcPts val="0"/>
                        </a:spcAft>
                        <a:buNone/>
                      </a:pPr>
                      <a:r>
                        <a:rPr lang="en-US" sz="1200" u="none" strike="noStrike" cap="none"/>
                        <a:t>31</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5</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7"/>
                  </a:ext>
                </a:extLst>
              </a:tr>
              <a:tr h="266700">
                <a:tc>
                  <a:txBody>
                    <a:bodyPr/>
                    <a:lstStyle/>
                    <a:p>
                      <a:pPr marL="0" marR="0" lvl="0" indent="0" algn="ctr" rtl="1">
                        <a:spcBef>
                          <a:spcPts val="0"/>
                        </a:spcBef>
                        <a:spcAft>
                          <a:spcPts val="0"/>
                        </a:spcAft>
                        <a:buNone/>
                      </a:pPr>
                      <a:r>
                        <a:rPr lang="en-US" sz="1200" u="none" strike="noStrike" cap="none"/>
                        <a:t>73</a:t>
                      </a:r>
                      <a:endParaRPr sz="1200" b="1" i="1" u="none" strike="noStrike" cap="none">
                        <a:solidFill>
                          <a:srgbClr val="0000CC"/>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100" u="none" strike="noStrike" cap="none"/>
                        <a:t>13</a:t>
                      </a:r>
                      <a:endParaRPr sz="1100" b="1" i="0" u="none" strike="noStrike" cap="none">
                        <a:solidFill>
                          <a:srgbClr val="000000"/>
                        </a:solidFill>
                        <a:latin typeface="Arial"/>
                        <a:ea typeface="Arial"/>
                        <a:cs typeface="Arial"/>
                        <a:sym typeface="Arial"/>
                      </a:endParaRPr>
                    </a:p>
                  </a:txBody>
                  <a:tcPr marL="7625" marR="7625" marT="7625" marB="0" anchor="b"/>
                </a:tc>
                <a:tc>
                  <a:txBody>
                    <a:bodyPr/>
                    <a:lstStyle/>
                    <a:p>
                      <a:pPr marL="0" marR="0" lvl="0" indent="0" algn="ctr" rtl="1">
                        <a:spcBef>
                          <a:spcPts val="0"/>
                        </a:spcBef>
                        <a:spcAft>
                          <a:spcPts val="0"/>
                        </a:spcAft>
                        <a:buNone/>
                      </a:pPr>
                      <a:r>
                        <a:rPr lang="en-US" sz="1400" b="1" u="none" strike="noStrike" cap="none">
                          <a:solidFill>
                            <a:srgbClr val="C00000"/>
                          </a:solidFill>
                        </a:rPr>
                        <a:t>8</a:t>
                      </a:r>
                      <a:endParaRPr sz="1400" b="1" i="0" u="none" strike="noStrike" cap="none">
                        <a:solidFill>
                          <a:srgbClr val="C00000"/>
                        </a:solidFill>
                        <a:latin typeface="Arial"/>
                        <a:ea typeface="Arial"/>
                        <a:cs typeface="Arial"/>
                        <a:sym typeface="Arial"/>
                      </a:endParaRPr>
                    </a:p>
                  </a:txBody>
                  <a:tcPr marL="7625" marR="7625" marT="7625" marB="0" anchor="b"/>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7"/>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17</a:t>
            </a:fld>
            <a:endParaRPr/>
          </a:p>
        </p:txBody>
      </p:sp>
      <p:sp>
        <p:nvSpPr>
          <p:cNvPr id="416" name="Google Shape;416;p17"/>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17" name="Google Shape;417;p17"/>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418" name="Google Shape;418;p17"/>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419" name="Google Shape;419;p17"/>
          <p:cNvSpPr txBox="1"/>
          <p:nvPr/>
        </p:nvSpPr>
        <p:spPr>
          <a:xfrm>
            <a:off x="393388" y="136525"/>
            <a:ext cx="7211886"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0000"/>
              </a:buClr>
              <a:buSzPts val="4400"/>
              <a:buFont typeface="Tahoma"/>
              <a:buNone/>
            </a:pPr>
            <a:r>
              <a:rPr lang="en-US" sz="4400" b="0" i="0" u="none" strike="noStrike" cap="none">
                <a:solidFill>
                  <a:srgbClr val="FF0000"/>
                </a:solidFill>
                <a:latin typeface="Tahoma"/>
                <a:ea typeface="Tahoma"/>
                <a:cs typeface="Tahoma"/>
                <a:sym typeface="Tahoma"/>
              </a:rPr>
              <a:t>Pe</a:t>
            </a:r>
            <a:r>
              <a:rPr lang="en-US" sz="4400" b="0" i="0" u="none" strike="noStrike" cap="none">
                <a:solidFill>
                  <a:srgbClr val="1F3864"/>
                </a:solidFill>
                <a:latin typeface="Tahoma"/>
                <a:ea typeface="Tahoma"/>
                <a:cs typeface="Tahoma"/>
                <a:sym typeface="Tahoma"/>
              </a:rPr>
              <a:t>rformance of Hashing</a:t>
            </a:r>
            <a:endParaRPr/>
          </a:p>
        </p:txBody>
      </p:sp>
      <p:sp>
        <p:nvSpPr>
          <p:cNvPr id="420" name="Google Shape;420;p17" descr="Rectangle: Click to edit Master text styles&#10;Second level&#10;Third level&#10;Fourth level&#10;Fifth level"/>
          <p:cNvSpPr txBox="1"/>
          <p:nvPr/>
        </p:nvSpPr>
        <p:spPr>
          <a:xfrm>
            <a:off x="963641" y="1439862"/>
            <a:ext cx="426720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In the worst case, searches, insertions and removals on a hash table take </a:t>
            </a:r>
            <a:r>
              <a:rPr lang="en-US" sz="2000" b="1" i="1" u="none" strike="noStrike" cap="none">
                <a:solidFill>
                  <a:srgbClr val="40458C"/>
                </a:solidFill>
                <a:latin typeface="Times New Roman"/>
                <a:ea typeface="Times New Roman"/>
                <a:cs typeface="Times New Roman"/>
                <a:sym typeface="Times New Roman"/>
              </a:rPr>
              <a:t>O</a:t>
            </a:r>
            <a:r>
              <a:rPr lang="en-US" sz="2000" b="0" i="0" u="none" strike="noStrike" cap="none">
                <a:solidFill>
                  <a:srgbClr val="40458C"/>
                </a:solidFill>
                <a:latin typeface="Times New Roman"/>
                <a:ea typeface="Times New Roman"/>
                <a:cs typeface="Times New Roman"/>
                <a:sym typeface="Times New Roman"/>
              </a:rPr>
              <a:t>(</a:t>
            </a:r>
            <a:r>
              <a:rPr lang="en-US" sz="2000" b="1" i="1" u="none" strike="noStrike" cap="none">
                <a:solidFill>
                  <a:srgbClr val="40458C"/>
                </a:solidFill>
                <a:latin typeface="Times New Roman"/>
                <a:ea typeface="Times New Roman"/>
                <a:cs typeface="Times New Roman"/>
                <a:sym typeface="Times New Roman"/>
              </a:rPr>
              <a:t>n</a:t>
            </a:r>
            <a:r>
              <a:rPr lang="en-US" sz="2000" b="0" i="0" u="none" strike="noStrike" cap="none">
                <a:solidFill>
                  <a:srgbClr val="40458C"/>
                </a:solidFill>
                <a:latin typeface="Times New Roman"/>
                <a:ea typeface="Times New Roman"/>
                <a:cs typeface="Times New Roman"/>
                <a:sym typeface="Times New Roman"/>
              </a:rPr>
              <a:t>) </a:t>
            </a:r>
            <a:r>
              <a:rPr lang="en-US" sz="2000" b="0" i="0" u="none" strike="noStrike" cap="none">
                <a:solidFill>
                  <a:srgbClr val="40458C"/>
                </a:solidFill>
                <a:latin typeface="Tahoma"/>
                <a:ea typeface="Tahoma"/>
                <a:cs typeface="Tahoma"/>
                <a:sym typeface="Tahoma"/>
              </a:rPr>
              <a:t>time</a:t>
            </a:r>
            <a:endParaRPr/>
          </a:p>
          <a:p>
            <a:pPr marL="342900" marR="0" lvl="0" indent="-342900" algn="l" rtl="0">
              <a:lnSpc>
                <a:spcPct val="90000"/>
              </a:lnSpc>
              <a:spcBef>
                <a:spcPts val="4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The worst case occurs when all the keys inserted into the dictionary collide (</a:t>
            </a:r>
            <a:r>
              <a:rPr lang="en-US" sz="1400" b="0" i="0" u="none" strike="noStrike" cap="none">
                <a:solidFill>
                  <a:srgbClr val="00B0F0"/>
                </a:solidFill>
                <a:latin typeface="Tahoma"/>
                <a:ea typeface="Tahoma"/>
                <a:cs typeface="Tahoma"/>
                <a:sym typeface="Tahoma"/>
              </a:rPr>
              <a:t>تحدث أسوأ حالة عندما تتعارض جميع المفاتيح التي تم إدخالها في القاموس</a:t>
            </a:r>
            <a:r>
              <a:rPr lang="en-US" sz="2000" b="0" i="0" u="none" strike="noStrike" cap="none">
                <a:solidFill>
                  <a:srgbClr val="40458C"/>
                </a:solidFill>
                <a:latin typeface="Tahoma"/>
                <a:ea typeface="Tahoma"/>
                <a:cs typeface="Tahoma"/>
                <a:sym typeface="Tahoma"/>
              </a:rPr>
              <a:t>)</a:t>
            </a:r>
            <a:endParaRPr/>
          </a:p>
          <a:p>
            <a:pPr marL="342900" marR="0" lvl="0" indent="-342900" algn="l" rtl="0">
              <a:lnSpc>
                <a:spcPct val="90000"/>
              </a:lnSpc>
              <a:spcBef>
                <a:spcPts val="4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The load factor is called  </a:t>
            </a:r>
            <a:r>
              <a:rPr lang="en-US" sz="2000" b="1" i="1" u="none" strike="noStrike" cap="none">
                <a:solidFill>
                  <a:srgbClr val="FF0000"/>
                </a:solidFill>
                <a:latin typeface="Noto Sans Symbols"/>
                <a:ea typeface="Noto Sans Symbols"/>
                <a:cs typeface="Noto Sans Symbols"/>
                <a:sym typeface="Noto Sans Symbols"/>
              </a:rPr>
              <a:t>α</a:t>
            </a:r>
            <a:r>
              <a:rPr lang="en-US" sz="2000" b="0" i="0" u="none" strike="noStrike" cap="none">
                <a:solidFill>
                  <a:srgbClr val="FF0000"/>
                </a:solidFill>
                <a:latin typeface="Times New Roman"/>
                <a:ea typeface="Times New Roman"/>
                <a:cs typeface="Times New Roman"/>
                <a:sym typeface="Times New Roman"/>
              </a:rPr>
              <a:t>  </a:t>
            </a:r>
            <a:r>
              <a:rPr lang="en-US" sz="2000" b="0" i="0" u="none" strike="noStrike" cap="none">
                <a:solidFill>
                  <a:srgbClr val="40458C"/>
                </a:solidFill>
                <a:latin typeface="Tahoma"/>
                <a:ea typeface="Tahoma"/>
                <a:cs typeface="Tahoma"/>
                <a:sym typeface="Tahoma"/>
              </a:rPr>
              <a:t>affects the performance of a hash table.</a:t>
            </a:r>
            <a:endParaRPr/>
          </a:p>
          <a:p>
            <a:pPr marL="342900" marR="0" lvl="0" indent="-342900" algn="l" rtl="0">
              <a:lnSpc>
                <a:spcPct val="90000"/>
              </a:lnSpc>
              <a:spcBef>
                <a:spcPts val="400"/>
              </a:spcBef>
              <a:spcAft>
                <a:spcPts val="0"/>
              </a:spcAft>
              <a:buClr>
                <a:srgbClr val="6F89F7"/>
              </a:buClr>
              <a:buSzPts val="2200"/>
              <a:buFont typeface="Noto Sans Symbols"/>
              <a:buChar char="•"/>
            </a:pPr>
            <a:r>
              <a:rPr lang="en-US" sz="2000" b="0" i="0" u="none" strike="noStrike" cap="none">
                <a:solidFill>
                  <a:srgbClr val="40458C"/>
                </a:solidFill>
                <a:latin typeface="Tahoma"/>
                <a:ea typeface="Tahoma"/>
                <a:cs typeface="Tahoma"/>
                <a:sym typeface="Tahoma"/>
              </a:rPr>
              <a:t>Assuming that the hash values are like random numbers, it can be shown that the expected number of probes for an insertion with open addressing is: 	</a:t>
            </a:r>
            <a:r>
              <a:rPr lang="en-US" sz="2000" b="0" i="0" u="none" strike="noStrike" cap="none">
                <a:solidFill>
                  <a:srgbClr val="FF0000"/>
                </a:solidFill>
                <a:latin typeface="Times New Roman"/>
                <a:ea typeface="Times New Roman"/>
                <a:cs typeface="Times New Roman"/>
                <a:sym typeface="Times New Roman"/>
              </a:rPr>
              <a:t>1</a:t>
            </a:r>
            <a:r>
              <a:rPr lang="en-US" sz="2000" b="1" i="1" u="none" strike="noStrike" cap="none">
                <a:solidFill>
                  <a:srgbClr val="FF0000"/>
                </a:solidFill>
                <a:latin typeface="Times New Roman"/>
                <a:ea typeface="Times New Roman"/>
                <a:cs typeface="Times New Roman"/>
                <a:sym typeface="Times New Roman"/>
              </a:rPr>
              <a:t> </a:t>
            </a:r>
            <a:r>
              <a:rPr lang="en-US" sz="2000" b="0" i="0" u="none" strike="noStrike" cap="none">
                <a:solidFill>
                  <a:srgbClr val="FF0000"/>
                </a:solidFill>
                <a:latin typeface="Noto Sans Symbols"/>
                <a:ea typeface="Noto Sans Symbols"/>
                <a:cs typeface="Noto Sans Symbols"/>
                <a:sym typeface="Noto Sans Symbols"/>
              </a:rPr>
              <a:t>/ </a:t>
            </a:r>
            <a:r>
              <a:rPr lang="en-US" sz="2000" b="0" i="0" u="none" strike="noStrike" cap="none">
                <a:solidFill>
                  <a:srgbClr val="FF0000"/>
                </a:solidFill>
                <a:latin typeface="Times New Roman"/>
                <a:ea typeface="Times New Roman"/>
                <a:cs typeface="Times New Roman"/>
                <a:sym typeface="Times New Roman"/>
              </a:rPr>
              <a:t>(1 </a:t>
            </a:r>
            <a:r>
              <a:rPr lang="en-US" sz="2000" b="0" i="0" u="none" strike="noStrike" cap="none">
                <a:solidFill>
                  <a:srgbClr val="FF0000"/>
                </a:solidFill>
                <a:latin typeface="Noto Sans Symbols"/>
                <a:ea typeface="Noto Sans Symbols"/>
                <a:cs typeface="Noto Sans Symbols"/>
                <a:sym typeface="Noto Sans Symbols"/>
              </a:rPr>
              <a:t>−</a:t>
            </a:r>
            <a:r>
              <a:rPr lang="en-US" sz="2000" b="1" i="1" u="none" strike="noStrike" cap="none">
                <a:solidFill>
                  <a:srgbClr val="FF0000"/>
                </a:solidFill>
                <a:latin typeface="Times New Roman"/>
                <a:ea typeface="Times New Roman"/>
                <a:cs typeface="Times New Roman"/>
                <a:sym typeface="Times New Roman"/>
              </a:rPr>
              <a:t> </a:t>
            </a:r>
            <a:r>
              <a:rPr lang="en-US" sz="2000" b="1" i="1" u="none" strike="noStrike" cap="none">
                <a:solidFill>
                  <a:srgbClr val="FF0000"/>
                </a:solidFill>
                <a:latin typeface="Noto Sans Symbols"/>
                <a:ea typeface="Noto Sans Symbols"/>
                <a:cs typeface="Noto Sans Symbols"/>
                <a:sym typeface="Noto Sans Symbols"/>
              </a:rPr>
              <a:t>α</a:t>
            </a:r>
            <a:r>
              <a:rPr lang="en-US" sz="2000" b="0" i="0" u="none" strike="noStrike" cap="none">
                <a:solidFill>
                  <a:srgbClr val="FF0000"/>
                </a:solidFill>
                <a:latin typeface="Times New Roman"/>
                <a:ea typeface="Times New Roman"/>
                <a:cs typeface="Times New Roman"/>
                <a:sym typeface="Times New Roman"/>
              </a:rPr>
              <a:t>)</a:t>
            </a:r>
            <a:r>
              <a:rPr lang="en-US" sz="2000" b="0" i="0" u="none" strike="noStrike" cap="none">
                <a:solidFill>
                  <a:srgbClr val="FF0000"/>
                </a:solidFill>
                <a:latin typeface="Noto Sans Symbols"/>
                <a:ea typeface="Noto Sans Symbols"/>
                <a:cs typeface="Noto Sans Symbols"/>
                <a:sym typeface="Noto Sans Symbols"/>
              </a:rPr>
              <a:t> , </a:t>
            </a:r>
            <a:r>
              <a:rPr lang="en-US" sz="2000" b="1" i="1" u="none" strike="noStrike" cap="none">
                <a:solidFill>
                  <a:srgbClr val="FF0000"/>
                </a:solidFill>
                <a:latin typeface="Noto Sans Symbols"/>
                <a:ea typeface="Noto Sans Symbols"/>
                <a:cs typeface="Noto Sans Symbols"/>
                <a:sym typeface="Noto Sans Symbols"/>
              </a:rPr>
              <a:t>α</a:t>
            </a:r>
            <a:r>
              <a:rPr lang="en-US" sz="2000" b="0" i="0" u="none" strike="noStrike" cap="none">
                <a:solidFill>
                  <a:srgbClr val="40458C"/>
                </a:solidFill>
                <a:latin typeface="Tahoma"/>
                <a:ea typeface="Tahoma"/>
                <a:cs typeface="Tahoma"/>
                <a:sym typeface="Tahoma"/>
              </a:rPr>
              <a:t> = N/M </a:t>
            </a:r>
            <a:endParaRPr sz="2000" b="0" i="0" u="none" strike="noStrike" cap="none">
              <a:solidFill>
                <a:srgbClr val="FF0000"/>
              </a:solidFill>
              <a:latin typeface="Noto Sans Symbols"/>
              <a:ea typeface="Noto Sans Symbols"/>
              <a:cs typeface="Noto Sans Symbols"/>
              <a:sym typeface="Noto Sans Symbols"/>
            </a:endParaRPr>
          </a:p>
        </p:txBody>
      </p:sp>
      <p:sp>
        <p:nvSpPr>
          <p:cNvPr id="421" name="Google Shape;421;p17" descr="Rectangle: Click to edit Master text styles&#10;Second level&#10;Third level&#10;Fourth level&#10;Fifth level"/>
          <p:cNvSpPr txBox="1"/>
          <p:nvPr/>
        </p:nvSpPr>
        <p:spPr>
          <a:xfrm>
            <a:off x="6398307" y="1439862"/>
            <a:ext cx="3886200" cy="4419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The expected running time of all the dictionary ADT operations in a hash table is </a:t>
            </a:r>
            <a:r>
              <a:rPr lang="en-US" sz="2400" b="1" i="1" u="none" strike="noStrike" cap="none">
                <a:solidFill>
                  <a:srgbClr val="40458C"/>
                </a:solidFill>
                <a:latin typeface="Times New Roman"/>
                <a:ea typeface="Times New Roman"/>
                <a:cs typeface="Times New Roman"/>
                <a:sym typeface="Times New Roman"/>
              </a:rPr>
              <a:t>O</a:t>
            </a:r>
            <a:r>
              <a:rPr lang="en-US" sz="2400" b="0" i="0" u="none" strike="noStrike" cap="none">
                <a:solidFill>
                  <a:srgbClr val="40458C"/>
                </a:solidFill>
                <a:latin typeface="Times New Roman"/>
                <a:ea typeface="Times New Roman"/>
                <a:cs typeface="Times New Roman"/>
                <a:sym typeface="Times New Roman"/>
              </a:rPr>
              <a:t>(1)</a:t>
            </a:r>
            <a:r>
              <a:rPr lang="en-US" sz="2400" b="0" i="0" u="none" strike="noStrike" cap="none">
                <a:solidFill>
                  <a:srgbClr val="40458C"/>
                </a:solidFill>
                <a:latin typeface="Tahoma"/>
                <a:ea typeface="Tahoma"/>
                <a:cs typeface="Tahoma"/>
                <a:sym typeface="Tahoma"/>
              </a:rPr>
              <a:t> </a:t>
            </a:r>
            <a:endParaRPr/>
          </a:p>
          <a:p>
            <a:pPr marL="342900" marR="0" lvl="0" indent="-342900" algn="l" rtl="0">
              <a:lnSpc>
                <a:spcPct val="9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In practice, hashing is very fast provided the load factor is not close to 100%.</a:t>
            </a:r>
            <a:endParaRPr/>
          </a:p>
          <a:p>
            <a:pPr marL="342900" marR="0" lvl="0" indent="-342900" algn="l" rtl="0">
              <a:lnSpc>
                <a:spcPct val="90000"/>
              </a:lnSpc>
              <a:spcBef>
                <a:spcPts val="480"/>
              </a:spcBef>
              <a:spcAft>
                <a:spcPts val="0"/>
              </a:spcAft>
              <a:buClr>
                <a:srgbClr val="6F89F7"/>
              </a:buClr>
              <a:buSzPts val="2640"/>
              <a:buFont typeface="Noto Sans Symbols"/>
              <a:buChar char="•"/>
            </a:pPr>
            <a:r>
              <a:rPr lang="en-US" sz="2400" b="0" i="0" u="none" strike="noStrike" cap="none">
                <a:solidFill>
                  <a:srgbClr val="40458C"/>
                </a:solidFill>
                <a:latin typeface="Tahoma"/>
                <a:ea typeface="Tahoma"/>
                <a:cs typeface="Tahoma"/>
                <a:sym typeface="Tahoma"/>
              </a:rPr>
              <a:t>Other applications of hash tables:</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C00000"/>
                </a:solidFill>
                <a:latin typeface="Tahoma"/>
                <a:ea typeface="Tahoma"/>
                <a:cs typeface="Tahoma"/>
                <a:sym typeface="Tahoma"/>
              </a:rPr>
              <a:t>small databases</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C00000"/>
                </a:solidFill>
                <a:latin typeface="Tahoma"/>
                <a:ea typeface="Tahoma"/>
                <a:cs typeface="Tahoma"/>
                <a:sym typeface="Tahoma"/>
              </a:rPr>
              <a:t>compilers</a:t>
            </a:r>
            <a:endParaRPr/>
          </a:p>
          <a:p>
            <a:pPr marL="742950" marR="0" lvl="1" indent="-285750" algn="l" rtl="0">
              <a:lnSpc>
                <a:spcPct val="90000"/>
              </a:lnSpc>
              <a:spcBef>
                <a:spcPts val="360"/>
              </a:spcBef>
              <a:spcAft>
                <a:spcPts val="0"/>
              </a:spcAft>
              <a:buClr>
                <a:srgbClr val="40458C"/>
              </a:buClr>
              <a:buSzPts val="1080"/>
              <a:buFont typeface="Noto Sans Symbols"/>
              <a:buChar char="■"/>
            </a:pPr>
            <a:r>
              <a:rPr lang="en-US" sz="1800" b="0" i="0" u="none" strike="noStrike" cap="none">
                <a:solidFill>
                  <a:srgbClr val="C00000"/>
                </a:solidFill>
                <a:latin typeface="Tahoma"/>
                <a:ea typeface="Tahoma"/>
                <a:cs typeface="Tahoma"/>
                <a:sym typeface="Tahoma"/>
              </a:rPr>
              <a:t>browser caches</a:t>
            </a:r>
            <a:endParaRPr sz="2000" b="0" i="0" u="none" strike="noStrike" cap="none">
              <a:solidFill>
                <a:srgbClr val="C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18"/>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18</a:t>
            </a:fld>
            <a:endParaRPr/>
          </a:p>
        </p:txBody>
      </p:sp>
      <p:sp>
        <p:nvSpPr>
          <p:cNvPr id="427" name="Google Shape;427;p18"/>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28" name="Google Shape;428;p18"/>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429" name="Google Shape;429;p18"/>
          <p:cNvPicPr preferRelativeResize="0"/>
          <p:nvPr/>
        </p:nvPicPr>
        <p:blipFill rotWithShape="1">
          <a:blip r:embed="rId4">
            <a:alphaModFix/>
          </a:blip>
          <a:srcRect/>
          <a:stretch/>
        </p:blipFill>
        <p:spPr>
          <a:xfrm>
            <a:off x="10411040" y="4925575"/>
            <a:ext cx="1932425" cy="1932425"/>
          </a:xfrm>
          <a:prstGeom prst="rect">
            <a:avLst/>
          </a:prstGeom>
          <a:noFill/>
          <a:ln>
            <a:noFill/>
          </a:ln>
        </p:spPr>
      </p:pic>
      <p:sp>
        <p:nvSpPr>
          <p:cNvPr id="430" name="Google Shape;430;p18"/>
          <p:cNvSpPr txBox="1"/>
          <p:nvPr/>
        </p:nvSpPr>
        <p:spPr>
          <a:xfrm>
            <a:off x="609600" y="304800"/>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Rehashing</a:t>
            </a:r>
            <a:endParaRPr sz="4400" b="0" i="0" u="none" strike="noStrike" cap="none">
              <a:solidFill>
                <a:srgbClr val="1F3864"/>
              </a:solidFill>
              <a:latin typeface="Tahoma"/>
              <a:ea typeface="Tahoma"/>
              <a:cs typeface="Tahoma"/>
              <a:sym typeface="Tahoma"/>
            </a:endParaRPr>
          </a:p>
        </p:txBody>
      </p:sp>
      <p:sp>
        <p:nvSpPr>
          <p:cNvPr id="431" name="Google Shape;431;p18" descr="Rectangle: Click to edit Master text styles&#10;Second level&#10;Third level&#10;Fourth level&#10;Fifth level"/>
          <p:cNvSpPr txBox="1"/>
          <p:nvPr/>
        </p:nvSpPr>
        <p:spPr>
          <a:xfrm>
            <a:off x="1546859" y="1731096"/>
            <a:ext cx="9958873" cy="4038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3080"/>
              <a:buFont typeface="Noto Sans Symbols"/>
              <a:buChar char="•"/>
            </a:pPr>
            <a:r>
              <a:rPr lang="en-US" sz="2800" b="0" i="0" u="none" strike="noStrike" cap="none">
                <a:solidFill>
                  <a:srgbClr val="40458C"/>
                </a:solidFill>
                <a:latin typeface="Tahoma"/>
                <a:ea typeface="Tahoma"/>
                <a:cs typeface="Tahoma"/>
                <a:sym typeface="Tahoma"/>
              </a:rPr>
              <a:t>The load factor is computed as: </a:t>
            </a:r>
            <a:r>
              <a:rPr lang="en-US" sz="2800" b="1" i="1" u="none" strike="noStrike" cap="none">
                <a:solidFill>
                  <a:srgbClr val="FF0000"/>
                </a:solidFill>
                <a:latin typeface="Noto Sans Symbols"/>
                <a:ea typeface="Noto Sans Symbols"/>
                <a:cs typeface="Noto Sans Symbols"/>
                <a:sym typeface="Noto Sans Symbols"/>
              </a:rPr>
              <a:t>α</a:t>
            </a:r>
            <a:r>
              <a:rPr lang="en-US" sz="2800" b="0" i="0" u="none" strike="noStrike" cap="none">
                <a:solidFill>
                  <a:srgbClr val="40458C"/>
                </a:solidFill>
                <a:latin typeface="Tahoma"/>
                <a:ea typeface="Tahoma"/>
                <a:cs typeface="Tahoma"/>
                <a:sym typeface="Tahoma"/>
              </a:rPr>
              <a:t> = N/M where M = size of the table, </a:t>
            </a:r>
            <a:endParaRPr/>
          </a:p>
          <a:p>
            <a:pPr marL="342900" marR="0" lvl="0" indent="-342900" algn="l" rtl="0">
              <a:lnSpc>
                <a:spcPct val="100000"/>
              </a:lnSpc>
              <a:spcBef>
                <a:spcPts val="560"/>
              </a:spcBef>
              <a:spcAft>
                <a:spcPts val="0"/>
              </a:spcAft>
              <a:buClr>
                <a:srgbClr val="6F89F7"/>
              </a:buClr>
              <a:buSzPts val="3080"/>
              <a:buFont typeface="Noto Sans Symbols"/>
              <a:buChar char="•"/>
            </a:pPr>
            <a:r>
              <a:rPr lang="en-US" sz="2800" b="0" i="0" u="none" strike="noStrike" cap="none">
                <a:solidFill>
                  <a:srgbClr val="40458C"/>
                </a:solidFill>
                <a:latin typeface="Tahoma"/>
                <a:ea typeface="Tahoma"/>
                <a:cs typeface="Tahoma"/>
                <a:sym typeface="Tahoma"/>
              </a:rPr>
              <a:t> N = number of keys that have been inserted in the table</a:t>
            </a:r>
            <a:endParaRPr/>
          </a:p>
          <a:p>
            <a:pPr marL="0" marR="0" lvl="0" indent="0" algn="l" rtl="0">
              <a:lnSpc>
                <a:spcPct val="100000"/>
              </a:lnSpc>
              <a:spcBef>
                <a:spcPts val="560"/>
              </a:spcBef>
              <a:spcAft>
                <a:spcPts val="0"/>
              </a:spcAft>
              <a:buClr>
                <a:srgbClr val="6F89F7"/>
              </a:buClr>
              <a:buSzPts val="3080"/>
              <a:buFont typeface="Noto Sans Symbols"/>
              <a:buNone/>
            </a:pPr>
            <a:endParaRPr sz="2800" b="0" i="0" u="none" strike="noStrike" cap="none">
              <a:solidFill>
                <a:srgbClr val="40458C"/>
              </a:solidFill>
              <a:latin typeface="Tahoma"/>
              <a:ea typeface="Tahoma"/>
              <a:cs typeface="Tahoma"/>
              <a:sym typeface="Tahoma"/>
            </a:endParaRPr>
          </a:p>
          <a:p>
            <a:pPr marL="342900" marR="0" lvl="0" indent="-342900" algn="l" rtl="0">
              <a:lnSpc>
                <a:spcPct val="100000"/>
              </a:lnSpc>
              <a:spcBef>
                <a:spcPts val="560"/>
              </a:spcBef>
              <a:spcAft>
                <a:spcPts val="0"/>
              </a:spcAft>
              <a:buClr>
                <a:srgbClr val="6F89F7"/>
              </a:buClr>
              <a:buSzPts val="3080"/>
              <a:buFont typeface="Noto Sans Symbols"/>
              <a:buChar char="•"/>
            </a:pPr>
            <a:r>
              <a:rPr lang="en-US" sz="2800" b="0" i="0" u="none" strike="noStrike" cap="none">
                <a:solidFill>
                  <a:srgbClr val="40458C"/>
                </a:solidFill>
                <a:latin typeface="Tahoma"/>
                <a:ea typeface="Tahoma"/>
                <a:cs typeface="Tahoma"/>
                <a:sym typeface="Tahoma"/>
              </a:rPr>
              <a:t>Rehashing is a technique in which the table is resized, i.e., the size of table is doubled by creating a new table.</a:t>
            </a:r>
            <a:endParaRPr/>
          </a:p>
          <a:p>
            <a:pPr marL="0" marR="0" lvl="0" indent="0" algn="l" rtl="0">
              <a:lnSpc>
                <a:spcPct val="100000"/>
              </a:lnSpc>
              <a:spcBef>
                <a:spcPts val="640"/>
              </a:spcBef>
              <a:spcAft>
                <a:spcPts val="0"/>
              </a:spcAft>
              <a:buClr>
                <a:srgbClr val="6F89F7"/>
              </a:buClr>
              <a:buSzPts val="3520"/>
              <a:buFont typeface="Noto Sans Symbols"/>
              <a:buNone/>
            </a:pPr>
            <a:endParaRPr sz="3200" b="0" i="0" u="none" strike="noStrike" cap="none">
              <a:solidFill>
                <a:srgbClr val="40458C"/>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9"/>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19</a:t>
            </a:fld>
            <a:endParaRPr/>
          </a:p>
        </p:txBody>
      </p:sp>
      <p:sp>
        <p:nvSpPr>
          <p:cNvPr id="437" name="Google Shape;437;p19"/>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38" name="Google Shape;438;p19"/>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439" name="Google Shape;439;p19"/>
          <p:cNvPicPr preferRelativeResize="0"/>
          <p:nvPr/>
        </p:nvPicPr>
        <p:blipFill rotWithShape="1">
          <a:blip r:embed="rId4">
            <a:alphaModFix/>
          </a:blip>
          <a:srcRect/>
          <a:stretch/>
        </p:blipFill>
        <p:spPr>
          <a:xfrm>
            <a:off x="10411040" y="4813375"/>
            <a:ext cx="1932425" cy="1932425"/>
          </a:xfrm>
          <a:prstGeom prst="rect">
            <a:avLst/>
          </a:prstGeom>
          <a:noFill/>
          <a:ln>
            <a:noFill/>
          </a:ln>
        </p:spPr>
      </p:pic>
      <p:sp>
        <p:nvSpPr>
          <p:cNvPr id="440" name="Google Shape;440;p19"/>
          <p:cNvSpPr txBox="1"/>
          <p:nvPr/>
        </p:nvSpPr>
        <p:spPr>
          <a:xfrm>
            <a:off x="306671" y="141069"/>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Example :-</a:t>
            </a:r>
            <a:endParaRPr sz="4400" b="0" i="0" u="none" strike="noStrike" cap="none">
              <a:solidFill>
                <a:srgbClr val="1F3864"/>
              </a:solidFill>
              <a:latin typeface="Tahoma"/>
              <a:ea typeface="Tahoma"/>
              <a:cs typeface="Tahoma"/>
              <a:sym typeface="Tahoma"/>
            </a:endParaRPr>
          </a:p>
        </p:txBody>
      </p:sp>
      <p:sp>
        <p:nvSpPr>
          <p:cNvPr id="441" name="Google Shape;441;p19" descr="Rectangle: Click to edit Master text styles&#10;Second level&#10;Third level&#10;Fourth level&#10;Fifth level"/>
          <p:cNvSpPr txBox="1"/>
          <p:nvPr/>
        </p:nvSpPr>
        <p:spPr>
          <a:xfrm>
            <a:off x="1249538" y="1812253"/>
            <a:ext cx="9958873" cy="172473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F89F7"/>
              </a:buClr>
              <a:buSzPts val="2640"/>
              <a:buFont typeface="Noto Sans Symbols"/>
              <a:buChar char="•"/>
            </a:pPr>
            <a:r>
              <a:rPr lang="en-US" sz="2400" b="0" i="0" u="none" strike="noStrike" cap="none" dirty="0">
                <a:solidFill>
                  <a:srgbClr val="40458C"/>
                </a:solidFill>
                <a:latin typeface="Tahoma"/>
                <a:ea typeface="Tahoma"/>
                <a:cs typeface="Tahoma"/>
                <a:sym typeface="Tahoma"/>
              </a:rPr>
              <a:t>Draw the 7-item hash table resulting from hash keys 12,44,13,55 and 5, using the hash function </a:t>
            </a:r>
            <a:r>
              <a:rPr lang="en-US" sz="2400" b="0" i="0" u="none" strike="noStrike" cap="none" dirty="0">
                <a:solidFill>
                  <a:srgbClr val="FF0000"/>
                </a:solidFill>
                <a:latin typeface="Tahoma"/>
                <a:ea typeface="Tahoma"/>
                <a:cs typeface="Tahoma"/>
                <a:sym typeface="Tahoma"/>
              </a:rPr>
              <a:t>h(</a:t>
            </a:r>
            <a:r>
              <a:rPr lang="en-US" sz="2400" b="0" i="0" u="none" strike="noStrike" cap="none" dirty="0" err="1">
                <a:solidFill>
                  <a:srgbClr val="FF0000"/>
                </a:solidFill>
                <a:latin typeface="Tahoma"/>
                <a:ea typeface="Tahoma"/>
                <a:cs typeface="Tahoma"/>
                <a:sym typeface="Tahoma"/>
              </a:rPr>
              <a:t>i</a:t>
            </a:r>
            <a:r>
              <a:rPr lang="en-US" sz="2400" b="0" i="0" u="none" strike="noStrike" cap="none" dirty="0">
                <a:solidFill>
                  <a:srgbClr val="FF0000"/>
                </a:solidFill>
                <a:latin typeface="Tahoma"/>
                <a:ea typeface="Tahoma"/>
                <a:cs typeface="Tahoma"/>
                <a:sym typeface="Tahoma"/>
              </a:rPr>
              <a:t>) = (3i+2) mode 7 </a:t>
            </a:r>
            <a:r>
              <a:rPr lang="en-US" sz="2400" b="0" i="0" u="none" strike="noStrike" cap="none" dirty="0">
                <a:solidFill>
                  <a:srgbClr val="40458C"/>
                </a:solidFill>
                <a:latin typeface="Tahoma"/>
                <a:ea typeface="Tahoma"/>
                <a:cs typeface="Tahoma"/>
                <a:sym typeface="Tahoma"/>
              </a:rPr>
              <a:t>and assume that collisions are handled by chaining.</a:t>
            </a:r>
            <a:endParaRPr dirty="0"/>
          </a:p>
          <a:p>
            <a:pPr marL="0" marR="0" lvl="0" indent="0" algn="l" rtl="0">
              <a:lnSpc>
                <a:spcPct val="100000"/>
              </a:lnSpc>
              <a:spcBef>
                <a:spcPts val="480"/>
              </a:spcBef>
              <a:spcAft>
                <a:spcPts val="0"/>
              </a:spcAft>
              <a:buClr>
                <a:srgbClr val="6F89F7"/>
              </a:buClr>
              <a:buSzPts val="2640"/>
              <a:buFont typeface="Noto Sans Symbols"/>
              <a:buNone/>
            </a:pPr>
            <a:endParaRPr sz="2400" b="0" i="0" u="none" strike="noStrike" cap="none" dirty="0">
              <a:solidFill>
                <a:srgbClr val="40458C"/>
              </a:solidFill>
              <a:latin typeface="Tahoma"/>
              <a:ea typeface="Tahoma"/>
              <a:cs typeface="Tahoma"/>
              <a:sym typeface="Tahoma"/>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FD64350B-23D7-6863-E817-DAACCF7217C3}"/>
                  </a:ext>
                </a:extLst>
              </p14:cNvPr>
              <p14:cNvContentPartPr/>
              <p14:nvPr/>
            </p14:nvContentPartPr>
            <p14:xfrm>
              <a:off x="2885040" y="1618560"/>
              <a:ext cx="7092360" cy="4605120"/>
            </p14:xfrm>
          </p:contentPart>
        </mc:Choice>
        <mc:Fallback>
          <p:pic>
            <p:nvPicPr>
              <p:cNvPr id="2" name="Ink 1">
                <a:extLst>
                  <a:ext uri="{FF2B5EF4-FFF2-40B4-BE49-F238E27FC236}">
                    <a16:creationId xmlns:a16="http://schemas.microsoft.com/office/drawing/2014/main" id="{FD64350B-23D7-6863-E817-DAACCF7217C3}"/>
                  </a:ext>
                </a:extLst>
              </p:cNvPr>
              <p:cNvPicPr/>
              <p:nvPr/>
            </p:nvPicPr>
            <p:blipFill>
              <a:blip r:embed="rId6"/>
              <a:stretch>
                <a:fillRect/>
              </a:stretch>
            </p:blipFill>
            <p:spPr>
              <a:xfrm>
                <a:off x="2875680" y="1609200"/>
                <a:ext cx="7111080" cy="4623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2257FE32-23C5-A280-59B7-CEC72177852E}"/>
                  </a:ext>
                </a:extLst>
              </p14:cNvPr>
              <p14:cNvContentPartPr/>
              <p14:nvPr/>
            </p14:nvContentPartPr>
            <p14:xfrm>
              <a:off x="1324080" y="3121200"/>
              <a:ext cx="8168400" cy="1766160"/>
            </p14:xfrm>
          </p:contentPart>
        </mc:Choice>
        <mc:Fallback>
          <p:pic>
            <p:nvPicPr>
              <p:cNvPr id="3" name="Ink 2">
                <a:extLst>
                  <a:ext uri="{FF2B5EF4-FFF2-40B4-BE49-F238E27FC236}">
                    <a16:creationId xmlns:a16="http://schemas.microsoft.com/office/drawing/2014/main" id="{2257FE32-23C5-A280-59B7-CEC72177852E}"/>
                  </a:ext>
                </a:extLst>
              </p:cNvPr>
              <p:cNvPicPr/>
              <p:nvPr/>
            </p:nvPicPr>
            <p:blipFill>
              <a:blip r:embed="rId8"/>
              <a:stretch>
                <a:fillRect/>
              </a:stretch>
            </p:blipFill>
            <p:spPr>
              <a:xfrm>
                <a:off x="1314720" y="3111840"/>
                <a:ext cx="8187120" cy="1784880"/>
              </a:xfrm>
              <a:prstGeom prst="rect">
                <a:avLst/>
              </a:prstGeom>
            </p:spPr>
          </p:pic>
        </mc:Fallback>
      </mc:AlternateContent>
      <p:grpSp>
        <p:nvGrpSpPr>
          <p:cNvPr id="13" name="Group 12">
            <a:extLst>
              <a:ext uri="{FF2B5EF4-FFF2-40B4-BE49-F238E27FC236}">
                <a16:creationId xmlns:a16="http://schemas.microsoft.com/office/drawing/2014/main" id="{47881C72-1285-0F00-5D00-44E5BDF71748}"/>
              </a:ext>
            </a:extLst>
          </p:cNvPr>
          <p:cNvGrpSpPr/>
          <p:nvPr/>
        </p:nvGrpSpPr>
        <p:grpSpPr>
          <a:xfrm>
            <a:off x="1232657" y="4073726"/>
            <a:ext cx="1211760" cy="600120"/>
            <a:chOff x="1232657" y="4073726"/>
            <a:chExt cx="1211760" cy="600120"/>
          </a:xfrm>
        </p:grpSpPr>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4D212867-940D-4394-B80E-DF168CBBD092}"/>
                    </a:ext>
                  </a:extLst>
                </p14:cNvPr>
                <p14:cNvContentPartPr/>
                <p14:nvPr/>
              </p14:nvContentPartPr>
              <p14:xfrm>
                <a:off x="1232657" y="4073726"/>
                <a:ext cx="238680" cy="504360"/>
              </p14:xfrm>
            </p:contentPart>
          </mc:Choice>
          <mc:Fallback>
            <p:pic>
              <p:nvPicPr>
                <p:cNvPr id="4" name="Ink 3">
                  <a:extLst>
                    <a:ext uri="{FF2B5EF4-FFF2-40B4-BE49-F238E27FC236}">
                      <a16:creationId xmlns:a16="http://schemas.microsoft.com/office/drawing/2014/main" id="{4D212867-940D-4394-B80E-DF168CBBD092}"/>
                    </a:ext>
                  </a:extLst>
                </p:cNvPr>
                <p:cNvPicPr/>
                <p:nvPr/>
              </p:nvPicPr>
              <p:blipFill>
                <a:blip r:embed="rId10"/>
                <a:stretch>
                  <a:fillRect/>
                </a:stretch>
              </p:blipFill>
              <p:spPr>
                <a:xfrm>
                  <a:off x="1228337" y="4069406"/>
                  <a:ext cx="247320" cy="513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 name="Ink 4">
                  <a:extLst>
                    <a:ext uri="{FF2B5EF4-FFF2-40B4-BE49-F238E27FC236}">
                      <a16:creationId xmlns:a16="http://schemas.microsoft.com/office/drawing/2014/main" id="{969957BF-F241-8021-2D09-CE7ABC6FC283}"/>
                    </a:ext>
                  </a:extLst>
                </p14:cNvPr>
                <p14:cNvContentPartPr/>
                <p14:nvPr/>
              </p14:nvContentPartPr>
              <p14:xfrm>
                <a:off x="1635857" y="4214846"/>
                <a:ext cx="123120" cy="390960"/>
              </p14:xfrm>
            </p:contentPart>
          </mc:Choice>
          <mc:Fallback>
            <p:pic>
              <p:nvPicPr>
                <p:cNvPr id="5" name="Ink 4">
                  <a:extLst>
                    <a:ext uri="{FF2B5EF4-FFF2-40B4-BE49-F238E27FC236}">
                      <a16:creationId xmlns:a16="http://schemas.microsoft.com/office/drawing/2014/main" id="{969957BF-F241-8021-2D09-CE7ABC6FC283}"/>
                    </a:ext>
                  </a:extLst>
                </p:cNvPr>
                <p:cNvPicPr/>
                <p:nvPr/>
              </p:nvPicPr>
              <p:blipFill>
                <a:blip r:embed="rId12"/>
                <a:stretch>
                  <a:fillRect/>
                </a:stretch>
              </p:blipFill>
              <p:spPr>
                <a:xfrm>
                  <a:off x="1627217" y="4205846"/>
                  <a:ext cx="14076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2CCF30DD-FE24-F692-944E-10CFDBDD1F4D}"/>
                    </a:ext>
                  </a:extLst>
                </p14:cNvPr>
                <p14:cNvContentPartPr/>
                <p14:nvPr/>
              </p14:nvContentPartPr>
              <p14:xfrm>
                <a:off x="1815497" y="4270286"/>
                <a:ext cx="128520" cy="129240"/>
              </p14:xfrm>
            </p:contentPart>
          </mc:Choice>
          <mc:Fallback>
            <p:pic>
              <p:nvPicPr>
                <p:cNvPr id="7" name="Ink 6">
                  <a:extLst>
                    <a:ext uri="{FF2B5EF4-FFF2-40B4-BE49-F238E27FC236}">
                      <a16:creationId xmlns:a16="http://schemas.microsoft.com/office/drawing/2014/main" id="{2CCF30DD-FE24-F692-944E-10CFDBDD1F4D}"/>
                    </a:ext>
                  </a:extLst>
                </p:cNvPr>
                <p:cNvPicPr/>
                <p:nvPr/>
              </p:nvPicPr>
              <p:blipFill>
                <a:blip r:embed="rId14"/>
                <a:stretch>
                  <a:fillRect/>
                </a:stretch>
              </p:blipFill>
              <p:spPr>
                <a:xfrm>
                  <a:off x="1806857" y="4261286"/>
                  <a:ext cx="14616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C6BC506B-165F-B837-31FE-B5B10303BE21}"/>
                    </a:ext>
                  </a:extLst>
                </p14:cNvPr>
                <p14:cNvContentPartPr/>
                <p14:nvPr/>
              </p14:nvContentPartPr>
              <p14:xfrm>
                <a:off x="1933577" y="4245806"/>
                <a:ext cx="51840" cy="214560"/>
              </p14:xfrm>
            </p:contentPart>
          </mc:Choice>
          <mc:Fallback>
            <p:pic>
              <p:nvPicPr>
                <p:cNvPr id="8" name="Ink 7">
                  <a:extLst>
                    <a:ext uri="{FF2B5EF4-FFF2-40B4-BE49-F238E27FC236}">
                      <a16:creationId xmlns:a16="http://schemas.microsoft.com/office/drawing/2014/main" id="{C6BC506B-165F-B837-31FE-B5B10303BE21}"/>
                    </a:ext>
                  </a:extLst>
                </p:cNvPr>
                <p:cNvPicPr/>
                <p:nvPr/>
              </p:nvPicPr>
              <p:blipFill>
                <a:blip r:embed="rId16"/>
                <a:stretch>
                  <a:fillRect/>
                </a:stretch>
              </p:blipFill>
              <p:spPr>
                <a:xfrm>
                  <a:off x="1924937" y="4237166"/>
                  <a:ext cx="6948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5C9C0201-58B7-F040-5A1B-BFF6223B3653}"/>
                    </a:ext>
                  </a:extLst>
                </p14:cNvPr>
                <p14:cNvContentPartPr/>
                <p14:nvPr/>
              </p14:nvContentPartPr>
              <p14:xfrm>
                <a:off x="2041577" y="4224206"/>
                <a:ext cx="111960" cy="178560"/>
              </p14:xfrm>
            </p:contentPart>
          </mc:Choice>
          <mc:Fallback>
            <p:pic>
              <p:nvPicPr>
                <p:cNvPr id="9" name="Ink 8">
                  <a:extLst>
                    <a:ext uri="{FF2B5EF4-FFF2-40B4-BE49-F238E27FC236}">
                      <a16:creationId xmlns:a16="http://schemas.microsoft.com/office/drawing/2014/main" id="{5C9C0201-58B7-F040-5A1B-BFF6223B3653}"/>
                    </a:ext>
                  </a:extLst>
                </p:cNvPr>
                <p:cNvPicPr/>
                <p:nvPr/>
              </p:nvPicPr>
              <p:blipFill>
                <a:blip r:embed="rId18"/>
                <a:stretch>
                  <a:fillRect/>
                </a:stretch>
              </p:blipFill>
              <p:spPr>
                <a:xfrm>
                  <a:off x="2032937" y="4215566"/>
                  <a:ext cx="12960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0" name="Ink 9">
                  <a:extLst>
                    <a:ext uri="{FF2B5EF4-FFF2-40B4-BE49-F238E27FC236}">
                      <a16:creationId xmlns:a16="http://schemas.microsoft.com/office/drawing/2014/main" id="{754A5EC2-3E2C-A56E-D215-748F4929B79B}"/>
                    </a:ext>
                  </a:extLst>
                </p14:cNvPr>
                <p14:cNvContentPartPr/>
                <p14:nvPr/>
              </p14:nvContentPartPr>
              <p14:xfrm>
                <a:off x="2189897" y="4238606"/>
                <a:ext cx="14760" cy="305640"/>
              </p14:xfrm>
            </p:contentPart>
          </mc:Choice>
          <mc:Fallback>
            <p:pic>
              <p:nvPicPr>
                <p:cNvPr id="10" name="Ink 9">
                  <a:extLst>
                    <a:ext uri="{FF2B5EF4-FFF2-40B4-BE49-F238E27FC236}">
                      <a16:creationId xmlns:a16="http://schemas.microsoft.com/office/drawing/2014/main" id="{754A5EC2-3E2C-A56E-D215-748F4929B79B}"/>
                    </a:ext>
                  </a:extLst>
                </p:cNvPr>
                <p:cNvPicPr/>
                <p:nvPr/>
              </p:nvPicPr>
              <p:blipFill>
                <a:blip r:embed="rId20"/>
                <a:stretch>
                  <a:fillRect/>
                </a:stretch>
              </p:blipFill>
              <p:spPr>
                <a:xfrm>
                  <a:off x="2181257" y="4229606"/>
                  <a:ext cx="3240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1" name="Ink 10">
                  <a:extLst>
                    <a:ext uri="{FF2B5EF4-FFF2-40B4-BE49-F238E27FC236}">
                      <a16:creationId xmlns:a16="http://schemas.microsoft.com/office/drawing/2014/main" id="{9A95B678-BADF-EE09-4988-A6196316B85D}"/>
                    </a:ext>
                  </a:extLst>
                </p14:cNvPr>
                <p14:cNvContentPartPr/>
                <p14:nvPr/>
              </p14:nvContentPartPr>
              <p14:xfrm>
                <a:off x="2268377" y="4160126"/>
                <a:ext cx="176040" cy="513720"/>
              </p14:xfrm>
            </p:contentPart>
          </mc:Choice>
          <mc:Fallback>
            <p:pic>
              <p:nvPicPr>
                <p:cNvPr id="11" name="Ink 10">
                  <a:extLst>
                    <a:ext uri="{FF2B5EF4-FFF2-40B4-BE49-F238E27FC236}">
                      <a16:creationId xmlns:a16="http://schemas.microsoft.com/office/drawing/2014/main" id="{9A95B678-BADF-EE09-4988-A6196316B85D}"/>
                    </a:ext>
                  </a:extLst>
                </p:cNvPr>
                <p:cNvPicPr/>
                <p:nvPr/>
              </p:nvPicPr>
              <p:blipFill>
                <a:blip r:embed="rId22"/>
                <a:stretch>
                  <a:fillRect/>
                </a:stretch>
              </p:blipFill>
              <p:spPr>
                <a:xfrm>
                  <a:off x="2259737" y="4151126"/>
                  <a:ext cx="193680" cy="53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12" name="Ink 11">
                <a:extLst>
                  <a:ext uri="{FF2B5EF4-FFF2-40B4-BE49-F238E27FC236}">
                    <a16:creationId xmlns:a16="http://schemas.microsoft.com/office/drawing/2014/main" id="{B358975F-1C2E-AF11-DD29-8F07B6FEFF18}"/>
                  </a:ext>
                </a:extLst>
              </p14:cNvPr>
              <p14:cNvContentPartPr/>
              <p14:nvPr/>
            </p14:nvContentPartPr>
            <p14:xfrm>
              <a:off x="2832137" y="4230686"/>
              <a:ext cx="267840" cy="291960"/>
            </p14:xfrm>
          </p:contentPart>
        </mc:Choice>
        <mc:Fallback>
          <p:pic>
            <p:nvPicPr>
              <p:cNvPr id="12" name="Ink 11">
                <a:extLst>
                  <a:ext uri="{FF2B5EF4-FFF2-40B4-BE49-F238E27FC236}">
                    <a16:creationId xmlns:a16="http://schemas.microsoft.com/office/drawing/2014/main" id="{B358975F-1C2E-AF11-DD29-8F07B6FEFF18}"/>
                  </a:ext>
                </a:extLst>
              </p:cNvPr>
              <p:cNvPicPr/>
              <p:nvPr/>
            </p:nvPicPr>
            <p:blipFill>
              <a:blip r:embed="rId24"/>
              <a:stretch>
                <a:fillRect/>
              </a:stretch>
            </p:blipFill>
            <p:spPr>
              <a:xfrm>
                <a:off x="2823497" y="4222046"/>
                <a:ext cx="28548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5" name="Ink 24">
                <a:extLst>
                  <a:ext uri="{FF2B5EF4-FFF2-40B4-BE49-F238E27FC236}">
                    <a16:creationId xmlns:a16="http://schemas.microsoft.com/office/drawing/2014/main" id="{7471EB40-74BF-39AD-A5C7-B91F9EF7618A}"/>
                  </a:ext>
                </a:extLst>
              </p14:cNvPr>
              <p14:cNvContentPartPr/>
              <p14:nvPr/>
            </p14:nvContentPartPr>
            <p14:xfrm>
              <a:off x="2685617" y="4205486"/>
              <a:ext cx="115200" cy="486720"/>
            </p14:xfrm>
          </p:contentPart>
        </mc:Choice>
        <mc:Fallback>
          <p:pic>
            <p:nvPicPr>
              <p:cNvPr id="25" name="Ink 24">
                <a:extLst>
                  <a:ext uri="{FF2B5EF4-FFF2-40B4-BE49-F238E27FC236}">
                    <a16:creationId xmlns:a16="http://schemas.microsoft.com/office/drawing/2014/main" id="{7471EB40-74BF-39AD-A5C7-B91F9EF7618A}"/>
                  </a:ext>
                </a:extLst>
              </p:cNvPr>
              <p:cNvPicPr/>
              <p:nvPr/>
            </p:nvPicPr>
            <p:blipFill>
              <a:blip r:embed="rId26"/>
              <a:stretch>
                <a:fillRect/>
              </a:stretch>
            </p:blipFill>
            <p:spPr>
              <a:xfrm>
                <a:off x="2676977" y="4196486"/>
                <a:ext cx="132840" cy="504360"/>
              </a:xfrm>
              <a:prstGeom prst="rect">
                <a:avLst/>
              </a:prstGeom>
            </p:spPr>
          </p:pic>
        </mc:Fallback>
      </mc:AlternateContent>
      <p:grpSp>
        <p:nvGrpSpPr>
          <p:cNvPr id="30" name="Group 29">
            <a:extLst>
              <a:ext uri="{FF2B5EF4-FFF2-40B4-BE49-F238E27FC236}">
                <a16:creationId xmlns:a16="http://schemas.microsoft.com/office/drawing/2014/main" id="{6857DF6A-FFEC-8163-43A2-846B909AAC4B}"/>
              </a:ext>
            </a:extLst>
          </p:cNvPr>
          <p:cNvGrpSpPr/>
          <p:nvPr/>
        </p:nvGrpSpPr>
        <p:grpSpPr>
          <a:xfrm>
            <a:off x="3267377" y="3992366"/>
            <a:ext cx="1485720" cy="595080"/>
            <a:chOff x="3267377" y="3992366"/>
            <a:chExt cx="1485720" cy="595080"/>
          </a:xfrm>
        </p:grpSpPr>
        <mc:AlternateContent xmlns:mc="http://schemas.openxmlformats.org/markup-compatibility/2006">
          <mc:Choice xmlns:p14="http://schemas.microsoft.com/office/powerpoint/2010/main" Requires="p14">
            <p:contentPart p14:bwMode="auto" r:id="rId27">
              <p14:nvContentPartPr>
                <p14:cNvPr id="14" name="Ink 13">
                  <a:extLst>
                    <a:ext uri="{FF2B5EF4-FFF2-40B4-BE49-F238E27FC236}">
                      <a16:creationId xmlns:a16="http://schemas.microsoft.com/office/drawing/2014/main" id="{214A0222-E777-2705-1745-DB24A403D6C3}"/>
                    </a:ext>
                  </a:extLst>
                </p14:cNvPr>
                <p14:cNvContentPartPr/>
                <p14:nvPr/>
              </p14:nvContentPartPr>
              <p14:xfrm>
                <a:off x="3413537" y="4263446"/>
                <a:ext cx="360" cy="360"/>
              </p14:xfrm>
            </p:contentPart>
          </mc:Choice>
          <mc:Fallback>
            <p:pic>
              <p:nvPicPr>
                <p:cNvPr id="14" name="Ink 13">
                  <a:extLst>
                    <a:ext uri="{FF2B5EF4-FFF2-40B4-BE49-F238E27FC236}">
                      <a16:creationId xmlns:a16="http://schemas.microsoft.com/office/drawing/2014/main" id="{214A0222-E777-2705-1745-DB24A403D6C3}"/>
                    </a:ext>
                  </a:extLst>
                </p:cNvPr>
                <p:cNvPicPr/>
                <p:nvPr/>
              </p:nvPicPr>
              <p:blipFill>
                <a:blip r:embed="rId28"/>
                <a:stretch>
                  <a:fillRect/>
                </a:stretch>
              </p:blipFill>
              <p:spPr>
                <a:xfrm>
                  <a:off x="3404537" y="425480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5" name="Ink 14">
                  <a:extLst>
                    <a:ext uri="{FF2B5EF4-FFF2-40B4-BE49-F238E27FC236}">
                      <a16:creationId xmlns:a16="http://schemas.microsoft.com/office/drawing/2014/main" id="{080A84B6-7715-723F-9ADC-F43A392CCB97}"/>
                    </a:ext>
                  </a:extLst>
                </p14:cNvPr>
                <p14:cNvContentPartPr/>
                <p14:nvPr/>
              </p14:nvContentPartPr>
              <p14:xfrm>
                <a:off x="3267377" y="4209806"/>
                <a:ext cx="187560" cy="290520"/>
              </p14:xfrm>
            </p:contentPart>
          </mc:Choice>
          <mc:Fallback>
            <p:pic>
              <p:nvPicPr>
                <p:cNvPr id="15" name="Ink 14">
                  <a:extLst>
                    <a:ext uri="{FF2B5EF4-FFF2-40B4-BE49-F238E27FC236}">
                      <a16:creationId xmlns:a16="http://schemas.microsoft.com/office/drawing/2014/main" id="{080A84B6-7715-723F-9ADC-F43A392CCB97}"/>
                    </a:ext>
                  </a:extLst>
                </p:cNvPr>
                <p:cNvPicPr/>
                <p:nvPr/>
              </p:nvPicPr>
              <p:blipFill>
                <a:blip r:embed="rId30"/>
                <a:stretch>
                  <a:fillRect/>
                </a:stretch>
              </p:blipFill>
              <p:spPr>
                <a:xfrm>
                  <a:off x="3258737" y="4200806"/>
                  <a:ext cx="20520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6" name="Ink 15">
                  <a:extLst>
                    <a:ext uri="{FF2B5EF4-FFF2-40B4-BE49-F238E27FC236}">
                      <a16:creationId xmlns:a16="http://schemas.microsoft.com/office/drawing/2014/main" id="{AD442742-E709-B043-90DA-F2116E649953}"/>
                    </a:ext>
                  </a:extLst>
                </p14:cNvPr>
                <p14:cNvContentPartPr/>
                <p14:nvPr/>
              </p14:nvContentPartPr>
              <p14:xfrm>
                <a:off x="3295097" y="4225646"/>
                <a:ext cx="127440" cy="302400"/>
              </p14:xfrm>
            </p:contentPart>
          </mc:Choice>
          <mc:Fallback>
            <p:pic>
              <p:nvPicPr>
                <p:cNvPr id="16" name="Ink 15">
                  <a:extLst>
                    <a:ext uri="{FF2B5EF4-FFF2-40B4-BE49-F238E27FC236}">
                      <a16:creationId xmlns:a16="http://schemas.microsoft.com/office/drawing/2014/main" id="{AD442742-E709-B043-90DA-F2116E649953}"/>
                    </a:ext>
                  </a:extLst>
                </p:cNvPr>
                <p:cNvPicPr/>
                <p:nvPr/>
              </p:nvPicPr>
              <p:blipFill>
                <a:blip r:embed="rId32"/>
                <a:stretch>
                  <a:fillRect/>
                </a:stretch>
              </p:blipFill>
              <p:spPr>
                <a:xfrm>
                  <a:off x="3286457" y="4216646"/>
                  <a:ext cx="14508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8" name="Ink 17">
                  <a:extLst>
                    <a:ext uri="{FF2B5EF4-FFF2-40B4-BE49-F238E27FC236}">
                      <a16:creationId xmlns:a16="http://schemas.microsoft.com/office/drawing/2014/main" id="{0C321548-5D55-0A3B-4E3E-9BC960FE3B6F}"/>
                    </a:ext>
                  </a:extLst>
                </p14:cNvPr>
                <p14:cNvContentPartPr/>
                <p14:nvPr/>
              </p14:nvContentPartPr>
              <p14:xfrm>
                <a:off x="3560865" y="4170108"/>
                <a:ext cx="160200" cy="206640"/>
              </p14:xfrm>
            </p:contentPart>
          </mc:Choice>
          <mc:Fallback>
            <p:pic>
              <p:nvPicPr>
                <p:cNvPr id="18" name="Ink 17">
                  <a:extLst>
                    <a:ext uri="{FF2B5EF4-FFF2-40B4-BE49-F238E27FC236}">
                      <a16:creationId xmlns:a16="http://schemas.microsoft.com/office/drawing/2014/main" id="{0C321548-5D55-0A3B-4E3E-9BC960FE3B6F}"/>
                    </a:ext>
                  </a:extLst>
                </p:cNvPr>
                <p:cNvPicPr/>
                <p:nvPr/>
              </p:nvPicPr>
              <p:blipFill>
                <a:blip r:embed="rId34"/>
                <a:stretch>
                  <a:fillRect/>
                </a:stretch>
              </p:blipFill>
              <p:spPr>
                <a:xfrm>
                  <a:off x="3552225" y="4161468"/>
                  <a:ext cx="17784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9" name="Ink 18">
                  <a:extLst>
                    <a:ext uri="{FF2B5EF4-FFF2-40B4-BE49-F238E27FC236}">
                      <a16:creationId xmlns:a16="http://schemas.microsoft.com/office/drawing/2014/main" id="{3ADA79F2-BA5A-9F61-9A43-693BA56C668C}"/>
                    </a:ext>
                  </a:extLst>
                </p14:cNvPr>
                <p14:cNvContentPartPr/>
                <p14:nvPr/>
              </p14:nvContentPartPr>
              <p14:xfrm>
                <a:off x="3679305" y="4162188"/>
                <a:ext cx="84600" cy="363960"/>
              </p14:xfrm>
            </p:contentPart>
          </mc:Choice>
          <mc:Fallback>
            <p:pic>
              <p:nvPicPr>
                <p:cNvPr id="19" name="Ink 18">
                  <a:extLst>
                    <a:ext uri="{FF2B5EF4-FFF2-40B4-BE49-F238E27FC236}">
                      <a16:creationId xmlns:a16="http://schemas.microsoft.com/office/drawing/2014/main" id="{3ADA79F2-BA5A-9F61-9A43-693BA56C668C}"/>
                    </a:ext>
                  </a:extLst>
                </p:cNvPr>
                <p:cNvPicPr/>
                <p:nvPr/>
              </p:nvPicPr>
              <p:blipFill>
                <a:blip r:embed="rId36"/>
                <a:stretch>
                  <a:fillRect/>
                </a:stretch>
              </p:blipFill>
              <p:spPr>
                <a:xfrm>
                  <a:off x="3670305" y="4153188"/>
                  <a:ext cx="10224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0" name="Ink 19">
                  <a:extLst>
                    <a:ext uri="{FF2B5EF4-FFF2-40B4-BE49-F238E27FC236}">
                      <a16:creationId xmlns:a16="http://schemas.microsoft.com/office/drawing/2014/main" id="{1A00A0B7-16F9-03A6-B88D-838A46ACDBC6}"/>
                    </a:ext>
                  </a:extLst>
                </p14:cNvPr>
                <p14:cNvContentPartPr/>
                <p14:nvPr/>
              </p14:nvContentPartPr>
              <p14:xfrm>
                <a:off x="3792705" y="4138428"/>
                <a:ext cx="162720" cy="251640"/>
              </p14:xfrm>
            </p:contentPart>
          </mc:Choice>
          <mc:Fallback>
            <p:pic>
              <p:nvPicPr>
                <p:cNvPr id="20" name="Ink 19">
                  <a:extLst>
                    <a:ext uri="{FF2B5EF4-FFF2-40B4-BE49-F238E27FC236}">
                      <a16:creationId xmlns:a16="http://schemas.microsoft.com/office/drawing/2014/main" id="{1A00A0B7-16F9-03A6-B88D-838A46ACDBC6}"/>
                    </a:ext>
                  </a:extLst>
                </p:cNvPr>
                <p:cNvPicPr/>
                <p:nvPr/>
              </p:nvPicPr>
              <p:blipFill>
                <a:blip r:embed="rId38"/>
                <a:stretch>
                  <a:fillRect/>
                </a:stretch>
              </p:blipFill>
              <p:spPr>
                <a:xfrm>
                  <a:off x="3784065" y="4129788"/>
                  <a:ext cx="18036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1" name="Ink 20">
                  <a:extLst>
                    <a:ext uri="{FF2B5EF4-FFF2-40B4-BE49-F238E27FC236}">
                      <a16:creationId xmlns:a16="http://schemas.microsoft.com/office/drawing/2014/main" id="{A543E6B8-606B-741C-59EE-26AC28598671}"/>
                    </a:ext>
                  </a:extLst>
                </p14:cNvPr>
                <p14:cNvContentPartPr/>
                <p14:nvPr/>
              </p14:nvContentPartPr>
              <p14:xfrm>
                <a:off x="3990345" y="4155708"/>
                <a:ext cx="32400" cy="385560"/>
              </p14:xfrm>
            </p:contentPart>
          </mc:Choice>
          <mc:Fallback>
            <p:pic>
              <p:nvPicPr>
                <p:cNvPr id="21" name="Ink 20">
                  <a:extLst>
                    <a:ext uri="{FF2B5EF4-FFF2-40B4-BE49-F238E27FC236}">
                      <a16:creationId xmlns:a16="http://schemas.microsoft.com/office/drawing/2014/main" id="{A543E6B8-606B-741C-59EE-26AC28598671}"/>
                    </a:ext>
                  </a:extLst>
                </p:cNvPr>
                <p:cNvPicPr/>
                <p:nvPr/>
              </p:nvPicPr>
              <p:blipFill>
                <a:blip r:embed="rId40"/>
                <a:stretch>
                  <a:fillRect/>
                </a:stretch>
              </p:blipFill>
              <p:spPr>
                <a:xfrm>
                  <a:off x="3981345" y="4147068"/>
                  <a:ext cx="5004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04B6C4AE-9BB7-F4ED-ECDD-FA0C445BA7B2}"/>
                    </a:ext>
                  </a:extLst>
                </p14:cNvPr>
                <p14:cNvContentPartPr/>
                <p14:nvPr/>
              </p14:nvContentPartPr>
              <p14:xfrm>
                <a:off x="4041377" y="3992366"/>
                <a:ext cx="188640" cy="595080"/>
              </p14:xfrm>
            </p:contentPart>
          </mc:Choice>
          <mc:Fallback>
            <p:pic>
              <p:nvPicPr>
                <p:cNvPr id="24" name="Ink 23">
                  <a:extLst>
                    <a:ext uri="{FF2B5EF4-FFF2-40B4-BE49-F238E27FC236}">
                      <a16:creationId xmlns:a16="http://schemas.microsoft.com/office/drawing/2014/main" id="{04B6C4AE-9BB7-F4ED-ECDD-FA0C445BA7B2}"/>
                    </a:ext>
                  </a:extLst>
                </p:cNvPr>
                <p:cNvPicPr/>
                <p:nvPr/>
              </p:nvPicPr>
              <p:blipFill>
                <a:blip r:embed="rId42"/>
                <a:stretch>
                  <a:fillRect/>
                </a:stretch>
              </p:blipFill>
              <p:spPr>
                <a:xfrm>
                  <a:off x="4032377" y="3983726"/>
                  <a:ext cx="206280" cy="6127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F3619BCE-F051-119C-A03B-642DD737FD19}"/>
                    </a:ext>
                  </a:extLst>
                </p14:cNvPr>
                <p14:cNvContentPartPr/>
                <p14:nvPr/>
              </p14:nvContentPartPr>
              <p14:xfrm>
                <a:off x="4309577" y="4251926"/>
                <a:ext cx="170280" cy="38520"/>
              </p14:xfrm>
            </p:contentPart>
          </mc:Choice>
          <mc:Fallback>
            <p:pic>
              <p:nvPicPr>
                <p:cNvPr id="27" name="Ink 26">
                  <a:extLst>
                    <a:ext uri="{FF2B5EF4-FFF2-40B4-BE49-F238E27FC236}">
                      <a16:creationId xmlns:a16="http://schemas.microsoft.com/office/drawing/2014/main" id="{F3619BCE-F051-119C-A03B-642DD737FD19}"/>
                    </a:ext>
                  </a:extLst>
                </p:cNvPr>
                <p:cNvPicPr/>
                <p:nvPr/>
              </p:nvPicPr>
              <p:blipFill>
                <a:blip r:embed="rId44"/>
                <a:stretch>
                  <a:fillRect/>
                </a:stretch>
              </p:blipFill>
              <p:spPr>
                <a:xfrm>
                  <a:off x="4300577" y="4243286"/>
                  <a:ext cx="1879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738FD23C-981B-A909-57B0-BD46F9222A25}"/>
                    </a:ext>
                  </a:extLst>
                </p14:cNvPr>
                <p14:cNvContentPartPr/>
                <p14:nvPr/>
              </p14:nvContentPartPr>
              <p14:xfrm>
                <a:off x="4441697" y="4121606"/>
                <a:ext cx="25560" cy="270720"/>
              </p14:xfrm>
            </p:contentPart>
          </mc:Choice>
          <mc:Fallback>
            <p:pic>
              <p:nvPicPr>
                <p:cNvPr id="28" name="Ink 27">
                  <a:extLst>
                    <a:ext uri="{FF2B5EF4-FFF2-40B4-BE49-F238E27FC236}">
                      <a16:creationId xmlns:a16="http://schemas.microsoft.com/office/drawing/2014/main" id="{738FD23C-981B-A909-57B0-BD46F9222A25}"/>
                    </a:ext>
                  </a:extLst>
                </p:cNvPr>
                <p:cNvPicPr/>
                <p:nvPr/>
              </p:nvPicPr>
              <p:blipFill>
                <a:blip r:embed="rId46"/>
                <a:stretch>
                  <a:fillRect/>
                </a:stretch>
              </p:blipFill>
              <p:spPr>
                <a:xfrm>
                  <a:off x="4432697" y="4112606"/>
                  <a:ext cx="4320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BBFF8BD7-5599-937A-10D8-55B94C4FD436}"/>
                    </a:ext>
                  </a:extLst>
                </p14:cNvPr>
                <p14:cNvContentPartPr/>
                <p14:nvPr/>
              </p14:nvContentPartPr>
              <p14:xfrm>
                <a:off x="4572017" y="4066166"/>
                <a:ext cx="181080" cy="188640"/>
              </p14:xfrm>
            </p:contentPart>
          </mc:Choice>
          <mc:Fallback>
            <p:pic>
              <p:nvPicPr>
                <p:cNvPr id="29" name="Ink 28">
                  <a:extLst>
                    <a:ext uri="{FF2B5EF4-FFF2-40B4-BE49-F238E27FC236}">
                      <a16:creationId xmlns:a16="http://schemas.microsoft.com/office/drawing/2014/main" id="{BBFF8BD7-5599-937A-10D8-55B94C4FD436}"/>
                    </a:ext>
                  </a:extLst>
                </p:cNvPr>
                <p:cNvPicPr/>
                <p:nvPr/>
              </p:nvPicPr>
              <p:blipFill>
                <a:blip r:embed="rId48"/>
                <a:stretch>
                  <a:fillRect/>
                </a:stretch>
              </p:blipFill>
              <p:spPr>
                <a:xfrm>
                  <a:off x="4563377" y="4057166"/>
                  <a:ext cx="198720" cy="206280"/>
                </a:xfrm>
                <a:prstGeom prst="rect">
                  <a:avLst/>
                </a:prstGeom>
              </p:spPr>
            </p:pic>
          </mc:Fallback>
        </mc:AlternateContent>
      </p:grpSp>
      <p:grpSp>
        <p:nvGrpSpPr>
          <p:cNvPr id="36" name="Group 35">
            <a:extLst>
              <a:ext uri="{FF2B5EF4-FFF2-40B4-BE49-F238E27FC236}">
                <a16:creationId xmlns:a16="http://schemas.microsoft.com/office/drawing/2014/main" id="{C2ACF4E1-FA00-3386-6D52-59984E7BB583}"/>
              </a:ext>
            </a:extLst>
          </p:cNvPr>
          <p:cNvGrpSpPr/>
          <p:nvPr/>
        </p:nvGrpSpPr>
        <p:grpSpPr>
          <a:xfrm>
            <a:off x="4958657" y="3935126"/>
            <a:ext cx="981360" cy="358200"/>
            <a:chOff x="4958657" y="3935126"/>
            <a:chExt cx="981360" cy="358200"/>
          </a:xfrm>
        </p:grpSpPr>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F9A48A14-811E-7902-6C78-CD724FEB9655}"/>
                    </a:ext>
                  </a:extLst>
                </p14:cNvPr>
                <p14:cNvContentPartPr/>
                <p14:nvPr/>
              </p14:nvContentPartPr>
              <p14:xfrm>
                <a:off x="4958657" y="4088126"/>
                <a:ext cx="225720" cy="201240"/>
              </p14:xfrm>
            </p:contentPart>
          </mc:Choice>
          <mc:Fallback>
            <p:pic>
              <p:nvPicPr>
                <p:cNvPr id="31" name="Ink 30">
                  <a:extLst>
                    <a:ext uri="{FF2B5EF4-FFF2-40B4-BE49-F238E27FC236}">
                      <a16:creationId xmlns:a16="http://schemas.microsoft.com/office/drawing/2014/main" id="{F9A48A14-811E-7902-6C78-CD724FEB9655}"/>
                    </a:ext>
                  </a:extLst>
                </p:cNvPr>
                <p:cNvPicPr/>
                <p:nvPr/>
              </p:nvPicPr>
              <p:blipFill>
                <a:blip r:embed="rId50"/>
                <a:stretch>
                  <a:fillRect/>
                </a:stretch>
              </p:blipFill>
              <p:spPr>
                <a:xfrm>
                  <a:off x="4950017" y="4079486"/>
                  <a:ext cx="24336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1E91667E-D253-E820-710F-4B033DE6473C}"/>
                    </a:ext>
                  </a:extLst>
                </p14:cNvPr>
                <p14:cNvContentPartPr/>
                <p14:nvPr/>
              </p14:nvContentPartPr>
              <p14:xfrm>
                <a:off x="5230817" y="4088486"/>
                <a:ext cx="128160" cy="187560"/>
              </p14:xfrm>
            </p:contentPart>
          </mc:Choice>
          <mc:Fallback>
            <p:pic>
              <p:nvPicPr>
                <p:cNvPr id="32" name="Ink 31">
                  <a:extLst>
                    <a:ext uri="{FF2B5EF4-FFF2-40B4-BE49-F238E27FC236}">
                      <a16:creationId xmlns:a16="http://schemas.microsoft.com/office/drawing/2014/main" id="{1E91667E-D253-E820-710F-4B033DE6473C}"/>
                    </a:ext>
                  </a:extLst>
                </p:cNvPr>
                <p:cNvPicPr/>
                <p:nvPr/>
              </p:nvPicPr>
              <p:blipFill>
                <a:blip r:embed="rId52"/>
                <a:stretch>
                  <a:fillRect/>
                </a:stretch>
              </p:blipFill>
              <p:spPr>
                <a:xfrm>
                  <a:off x="5222177" y="4079486"/>
                  <a:ext cx="1458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7D1E41E1-D3B0-BAA6-F45B-0BA8BEA9C7AB}"/>
                    </a:ext>
                  </a:extLst>
                </p14:cNvPr>
                <p14:cNvContentPartPr/>
                <p14:nvPr/>
              </p14:nvContentPartPr>
              <p14:xfrm>
                <a:off x="5397857" y="3935126"/>
                <a:ext cx="174600" cy="358200"/>
              </p14:xfrm>
            </p:contentPart>
          </mc:Choice>
          <mc:Fallback>
            <p:pic>
              <p:nvPicPr>
                <p:cNvPr id="33" name="Ink 32">
                  <a:extLst>
                    <a:ext uri="{FF2B5EF4-FFF2-40B4-BE49-F238E27FC236}">
                      <a16:creationId xmlns:a16="http://schemas.microsoft.com/office/drawing/2014/main" id="{7D1E41E1-D3B0-BAA6-F45B-0BA8BEA9C7AB}"/>
                    </a:ext>
                  </a:extLst>
                </p:cNvPr>
                <p:cNvPicPr/>
                <p:nvPr/>
              </p:nvPicPr>
              <p:blipFill>
                <a:blip r:embed="rId54"/>
                <a:stretch>
                  <a:fillRect/>
                </a:stretch>
              </p:blipFill>
              <p:spPr>
                <a:xfrm>
                  <a:off x="5389217" y="3926126"/>
                  <a:ext cx="19224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08F2B1AA-14F5-D7F5-10DC-1F42AE884304}"/>
                    </a:ext>
                  </a:extLst>
                </p14:cNvPr>
                <p14:cNvContentPartPr/>
                <p14:nvPr/>
              </p14:nvContentPartPr>
              <p14:xfrm>
                <a:off x="5743457" y="3967526"/>
                <a:ext cx="167760" cy="288720"/>
              </p14:xfrm>
            </p:contentPart>
          </mc:Choice>
          <mc:Fallback>
            <p:pic>
              <p:nvPicPr>
                <p:cNvPr id="34" name="Ink 33">
                  <a:extLst>
                    <a:ext uri="{FF2B5EF4-FFF2-40B4-BE49-F238E27FC236}">
                      <a16:creationId xmlns:a16="http://schemas.microsoft.com/office/drawing/2014/main" id="{08F2B1AA-14F5-D7F5-10DC-1F42AE884304}"/>
                    </a:ext>
                  </a:extLst>
                </p:cNvPr>
                <p:cNvPicPr/>
                <p:nvPr/>
              </p:nvPicPr>
              <p:blipFill>
                <a:blip r:embed="rId56"/>
                <a:stretch>
                  <a:fillRect/>
                </a:stretch>
              </p:blipFill>
              <p:spPr>
                <a:xfrm>
                  <a:off x="5734457" y="3958886"/>
                  <a:ext cx="18540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DC30AE3A-533F-AD76-2F4F-3BE346DC7E60}"/>
                    </a:ext>
                  </a:extLst>
                </p14:cNvPr>
                <p14:cNvContentPartPr/>
                <p14:nvPr/>
              </p14:nvContentPartPr>
              <p14:xfrm>
                <a:off x="5811857" y="4107926"/>
                <a:ext cx="128160" cy="26280"/>
              </p14:xfrm>
            </p:contentPart>
          </mc:Choice>
          <mc:Fallback>
            <p:pic>
              <p:nvPicPr>
                <p:cNvPr id="35" name="Ink 34">
                  <a:extLst>
                    <a:ext uri="{FF2B5EF4-FFF2-40B4-BE49-F238E27FC236}">
                      <a16:creationId xmlns:a16="http://schemas.microsoft.com/office/drawing/2014/main" id="{DC30AE3A-533F-AD76-2F4F-3BE346DC7E60}"/>
                    </a:ext>
                  </a:extLst>
                </p:cNvPr>
                <p:cNvPicPr/>
                <p:nvPr/>
              </p:nvPicPr>
              <p:blipFill>
                <a:blip r:embed="rId58"/>
                <a:stretch>
                  <a:fillRect/>
                </a:stretch>
              </p:blipFill>
              <p:spPr>
                <a:xfrm>
                  <a:off x="5802857" y="4099286"/>
                  <a:ext cx="145800" cy="43920"/>
                </a:xfrm>
                <a:prstGeom prst="rect">
                  <a:avLst/>
                </a:prstGeom>
              </p:spPr>
            </p:pic>
          </mc:Fallback>
        </mc:AlternateContent>
      </p:grpSp>
      <p:grpSp>
        <p:nvGrpSpPr>
          <p:cNvPr id="39" name="Group 38">
            <a:extLst>
              <a:ext uri="{FF2B5EF4-FFF2-40B4-BE49-F238E27FC236}">
                <a16:creationId xmlns:a16="http://schemas.microsoft.com/office/drawing/2014/main" id="{0A9A820A-7D67-A5D0-2BD6-210D223A025F}"/>
              </a:ext>
            </a:extLst>
          </p:cNvPr>
          <p:cNvGrpSpPr/>
          <p:nvPr/>
        </p:nvGrpSpPr>
        <p:grpSpPr>
          <a:xfrm>
            <a:off x="6150257" y="3988406"/>
            <a:ext cx="169200" cy="135360"/>
            <a:chOff x="6150257" y="3988406"/>
            <a:chExt cx="169200" cy="135360"/>
          </a:xfrm>
        </p:grpSpPr>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32F41F08-38EA-DE1C-6E19-D629BA9D90A7}"/>
                    </a:ext>
                  </a:extLst>
                </p14:cNvPr>
                <p14:cNvContentPartPr/>
                <p14:nvPr/>
              </p14:nvContentPartPr>
              <p14:xfrm>
                <a:off x="6150257" y="3988406"/>
                <a:ext cx="149760" cy="61200"/>
              </p14:xfrm>
            </p:contentPart>
          </mc:Choice>
          <mc:Fallback>
            <p:pic>
              <p:nvPicPr>
                <p:cNvPr id="37" name="Ink 36">
                  <a:extLst>
                    <a:ext uri="{FF2B5EF4-FFF2-40B4-BE49-F238E27FC236}">
                      <a16:creationId xmlns:a16="http://schemas.microsoft.com/office/drawing/2014/main" id="{32F41F08-38EA-DE1C-6E19-D629BA9D90A7}"/>
                    </a:ext>
                  </a:extLst>
                </p:cNvPr>
                <p:cNvPicPr/>
                <p:nvPr/>
              </p:nvPicPr>
              <p:blipFill>
                <a:blip r:embed="rId60"/>
                <a:stretch>
                  <a:fillRect/>
                </a:stretch>
              </p:blipFill>
              <p:spPr>
                <a:xfrm>
                  <a:off x="6141257" y="3979766"/>
                  <a:ext cx="16740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D567D3DC-9334-1178-BF69-0755CFDD889B}"/>
                    </a:ext>
                  </a:extLst>
                </p14:cNvPr>
                <p14:cNvContentPartPr/>
                <p14:nvPr/>
              </p14:nvContentPartPr>
              <p14:xfrm>
                <a:off x="6158897" y="4097846"/>
                <a:ext cx="160560" cy="25920"/>
              </p14:xfrm>
            </p:contentPart>
          </mc:Choice>
          <mc:Fallback>
            <p:pic>
              <p:nvPicPr>
                <p:cNvPr id="38" name="Ink 37">
                  <a:extLst>
                    <a:ext uri="{FF2B5EF4-FFF2-40B4-BE49-F238E27FC236}">
                      <a16:creationId xmlns:a16="http://schemas.microsoft.com/office/drawing/2014/main" id="{D567D3DC-9334-1178-BF69-0755CFDD889B}"/>
                    </a:ext>
                  </a:extLst>
                </p:cNvPr>
                <p:cNvPicPr/>
                <p:nvPr/>
              </p:nvPicPr>
              <p:blipFill>
                <a:blip r:embed="rId62"/>
                <a:stretch>
                  <a:fillRect/>
                </a:stretch>
              </p:blipFill>
              <p:spPr>
                <a:xfrm>
                  <a:off x="6150257" y="4089206"/>
                  <a:ext cx="178200" cy="43560"/>
                </a:xfrm>
                <a:prstGeom prst="rect">
                  <a:avLst/>
                </a:prstGeom>
              </p:spPr>
            </p:pic>
          </mc:Fallback>
        </mc:AlternateContent>
      </p:grpSp>
      <p:grpSp>
        <p:nvGrpSpPr>
          <p:cNvPr id="52" name="Group 51">
            <a:extLst>
              <a:ext uri="{FF2B5EF4-FFF2-40B4-BE49-F238E27FC236}">
                <a16:creationId xmlns:a16="http://schemas.microsoft.com/office/drawing/2014/main" id="{B4258911-03E5-A159-33D6-4C55E50C0ADF}"/>
              </a:ext>
            </a:extLst>
          </p:cNvPr>
          <p:cNvGrpSpPr/>
          <p:nvPr/>
        </p:nvGrpSpPr>
        <p:grpSpPr>
          <a:xfrm>
            <a:off x="6507377" y="3753326"/>
            <a:ext cx="1441440" cy="447840"/>
            <a:chOff x="6507377" y="3753326"/>
            <a:chExt cx="1441440" cy="447840"/>
          </a:xfrm>
        </p:grpSpPr>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FB2F2749-585D-39B7-7B3B-85F39673D119}"/>
                    </a:ext>
                  </a:extLst>
                </p14:cNvPr>
                <p14:cNvContentPartPr/>
                <p14:nvPr/>
              </p14:nvContentPartPr>
              <p14:xfrm>
                <a:off x="6507377" y="3804806"/>
                <a:ext cx="45000" cy="336600"/>
              </p14:xfrm>
            </p:contentPart>
          </mc:Choice>
          <mc:Fallback>
            <p:pic>
              <p:nvPicPr>
                <p:cNvPr id="40" name="Ink 39">
                  <a:extLst>
                    <a:ext uri="{FF2B5EF4-FFF2-40B4-BE49-F238E27FC236}">
                      <a16:creationId xmlns:a16="http://schemas.microsoft.com/office/drawing/2014/main" id="{FB2F2749-585D-39B7-7B3B-85F39673D119}"/>
                    </a:ext>
                  </a:extLst>
                </p:cNvPr>
                <p:cNvPicPr/>
                <p:nvPr/>
              </p:nvPicPr>
              <p:blipFill>
                <a:blip r:embed="rId64"/>
                <a:stretch>
                  <a:fillRect/>
                </a:stretch>
              </p:blipFill>
              <p:spPr>
                <a:xfrm>
                  <a:off x="6498377" y="3796166"/>
                  <a:ext cx="6264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E01D8F94-5683-E063-9A34-42062B60F301}"/>
                    </a:ext>
                  </a:extLst>
                </p14:cNvPr>
                <p14:cNvContentPartPr/>
                <p14:nvPr/>
              </p14:nvContentPartPr>
              <p14:xfrm>
                <a:off x="6641657" y="3800846"/>
                <a:ext cx="165240" cy="324360"/>
              </p14:xfrm>
            </p:contentPart>
          </mc:Choice>
          <mc:Fallback>
            <p:pic>
              <p:nvPicPr>
                <p:cNvPr id="41" name="Ink 40">
                  <a:extLst>
                    <a:ext uri="{FF2B5EF4-FFF2-40B4-BE49-F238E27FC236}">
                      <a16:creationId xmlns:a16="http://schemas.microsoft.com/office/drawing/2014/main" id="{E01D8F94-5683-E063-9A34-42062B60F301}"/>
                    </a:ext>
                  </a:extLst>
                </p:cNvPr>
                <p:cNvPicPr/>
                <p:nvPr/>
              </p:nvPicPr>
              <p:blipFill>
                <a:blip r:embed="rId66"/>
                <a:stretch>
                  <a:fillRect/>
                </a:stretch>
              </p:blipFill>
              <p:spPr>
                <a:xfrm>
                  <a:off x="6632657" y="3792206"/>
                  <a:ext cx="18288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74BCF129-5866-8C13-B3E9-EEAEA34DF006}"/>
                    </a:ext>
                  </a:extLst>
                </p14:cNvPr>
                <p14:cNvContentPartPr/>
                <p14:nvPr/>
              </p14:nvContentPartPr>
              <p14:xfrm>
                <a:off x="6852257" y="3774566"/>
                <a:ext cx="158040" cy="216000"/>
              </p14:xfrm>
            </p:contentPart>
          </mc:Choice>
          <mc:Fallback>
            <p:pic>
              <p:nvPicPr>
                <p:cNvPr id="42" name="Ink 41">
                  <a:extLst>
                    <a:ext uri="{FF2B5EF4-FFF2-40B4-BE49-F238E27FC236}">
                      <a16:creationId xmlns:a16="http://schemas.microsoft.com/office/drawing/2014/main" id="{74BCF129-5866-8C13-B3E9-EEAEA34DF006}"/>
                    </a:ext>
                  </a:extLst>
                </p:cNvPr>
                <p:cNvPicPr/>
                <p:nvPr/>
              </p:nvPicPr>
              <p:blipFill>
                <a:blip r:embed="rId68"/>
                <a:stretch>
                  <a:fillRect/>
                </a:stretch>
              </p:blipFill>
              <p:spPr>
                <a:xfrm>
                  <a:off x="6843257" y="3765566"/>
                  <a:ext cx="17568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27A3B5CD-5AAB-6FD9-F340-D46BC89CAFCB}"/>
                    </a:ext>
                  </a:extLst>
                </p14:cNvPr>
                <p14:cNvContentPartPr/>
                <p14:nvPr/>
              </p14:nvContentPartPr>
              <p14:xfrm>
                <a:off x="6981497" y="3782486"/>
                <a:ext cx="73800" cy="418680"/>
              </p14:xfrm>
            </p:contentPart>
          </mc:Choice>
          <mc:Fallback>
            <p:pic>
              <p:nvPicPr>
                <p:cNvPr id="43" name="Ink 42">
                  <a:extLst>
                    <a:ext uri="{FF2B5EF4-FFF2-40B4-BE49-F238E27FC236}">
                      <a16:creationId xmlns:a16="http://schemas.microsoft.com/office/drawing/2014/main" id="{27A3B5CD-5AAB-6FD9-F340-D46BC89CAFCB}"/>
                    </a:ext>
                  </a:extLst>
                </p:cNvPr>
                <p:cNvPicPr/>
                <p:nvPr/>
              </p:nvPicPr>
              <p:blipFill>
                <a:blip r:embed="rId70"/>
                <a:stretch>
                  <a:fillRect/>
                </a:stretch>
              </p:blipFill>
              <p:spPr>
                <a:xfrm>
                  <a:off x="6972497" y="3773486"/>
                  <a:ext cx="91440" cy="4363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5A2E00EF-6264-7816-B5C6-225034E2D9DF}"/>
                    </a:ext>
                  </a:extLst>
                </p14:cNvPr>
                <p14:cNvContentPartPr/>
                <p14:nvPr/>
              </p14:nvContentPartPr>
              <p14:xfrm>
                <a:off x="7208657" y="3833246"/>
                <a:ext cx="190440" cy="168480"/>
              </p14:xfrm>
            </p:contentPart>
          </mc:Choice>
          <mc:Fallback>
            <p:pic>
              <p:nvPicPr>
                <p:cNvPr id="45" name="Ink 44">
                  <a:extLst>
                    <a:ext uri="{FF2B5EF4-FFF2-40B4-BE49-F238E27FC236}">
                      <a16:creationId xmlns:a16="http://schemas.microsoft.com/office/drawing/2014/main" id="{5A2E00EF-6264-7816-B5C6-225034E2D9DF}"/>
                    </a:ext>
                  </a:extLst>
                </p:cNvPr>
                <p:cNvPicPr/>
                <p:nvPr/>
              </p:nvPicPr>
              <p:blipFill>
                <a:blip r:embed="rId72"/>
                <a:stretch>
                  <a:fillRect/>
                </a:stretch>
              </p:blipFill>
              <p:spPr>
                <a:xfrm>
                  <a:off x="7199657" y="3824246"/>
                  <a:ext cx="2080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CF176F4B-46B2-4CB7-42DF-F43D71C66590}"/>
                    </a:ext>
                  </a:extLst>
                </p14:cNvPr>
                <p14:cNvContentPartPr/>
                <p14:nvPr/>
              </p14:nvContentPartPr>
              <p14:xfrm>
                <a:off x="7454177" y="3871406"/>
                <a:ext cx="2520" cy="16560"/>
              </p14:xfrm>
            </p:contentPart>
          </mc:Choice>
          <mc:Fallback>
            <p:pic>
              <p:nvPicPr>
                <p:cNvPr id="46" name="Ink 45">
                  <a:extLst>
                    <a:ext uri="{FF2B5EF4-FFF2-40B4-BE49-F238E27FC236}">
                      <a16:creationId xmlns:a16="http://schemas.microsoft.com/office/drawing/2014/main" id="{CF176F4B-46B2-4CB7-42DF-F43D71C66590}"/>
                    </a:ext>
                  </a:extLst>
                </p:cNvPr>
                <p:cNvPicPr/>
                <p:nvPr/>
              </p:nvPicPr>
              <p:blipFill>
                <a:blip r:embed="rId74"/>
                <a:stretch>
                  <a:fillRect/>
                </a:stretch>
              </p:blipFill>
              <p:spPr>
                <a:xfrm>
                  <a:off x="7445537" y="3862766"/>
                  <a:ext cx="2016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72DA5821-D261-0492-E874-532D56E025B0}"/>
                    </a:ext>
                  </a:extLst>
                </p14:cNvPr>
                <p14:cNvContentPartPr/>
                <p14:nvPr/>
              </p14:nvContentPartPr>
              <p14:xfrm>
                <a:off x="7396937" y="3914966"/>
                <a:ext cx="140040" cy="102240"/>
              </p14:xfrm>
            </p:contentPart>
          </mc:Choice>
          <mc:Fallback>
            <p:pic>
              <p:nvPicPr>
                <p:cNvPr id="47" name="Ink 46">
                  <a:extLst>
                    <a:ext uri="{FF2B5EF4-FFF2-40B4-BE49-F238E27FC236}">
                      <a16:creationId xmlns:a16="http://schemas.microsoft.com/office/drawing/2014/main" id="{72DA5821-D261-0492-E874-532D56E025B0}"/>
                    </a:ext>
                  </a:extLst>
                </p:cNvPr>
                <p:cNvPicPr/>
                <p:nvPr/>
              </p:nvPicPr>
              <p:blipFill>
                <a:blip r:embed="rId76"/>
                <a:stretch>
                  <a:fillRect/>
                </a:stretch>
              </p:blipFill>
              <p:spPr>
                <a:xfrm>
                  <a:off x="7387937" y="3906326"/>
                  <a:ext cx="15768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64D98151-7D0D-6BC9-76ED-9CBEC4A4FD34}"/>
                    </a:ext>
                  </a:extLst>
                </p14:cNvPr>
                <p14:cNvContentPartPr/>
                <p14:nvPr/>
              </p14:nvContentPartPr>
              <p14:xfrm>
                <a:off x="7527257" y="3753326"/>
                <a:ext cx="156960" cy="312840"/>
              </p14:xfrm>
            </p:contentPart>
          </mc:Choice>
          <mc:Fallback>
            <p:pic>
              <p:nvPicPr>
                <p:cNvPr id="49" name="Ink 48">
                  <a:extLst>
                    <a:ext uri="{FF2B5EF4-FFF2-40B4-BE49-F238E27FC236}">
                      <a16:creationId xmlns:a16="http://schemas.microsoft.com/office/drawing/2014/main" id="{64D98151-7D0D-6BC9-76ED-9CBEC4A4FD34}"/>
                    </a:ext>
                  </a:extLst>
                </p:cNvPr>
                <p:cNvPicPr/>
                <p:nvPr/>
              </p:nvPicPr>
              <p:blipFill>
                <a:blip r:embed="rId78"/>
                <a:stretch>
                  <a:fillRect/>
                </a:stretch>
              </p:blipFill>
              <p:spPr>
                <a:xfrm>
                  <a:off x="7518257" y="3744686"/>
                  <a:ext cx="17460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0" name="Ink 49">
                  <a:extLst>
                    <a:ext uri="{FF2B5EF4-FFF2-40B4-BE49-F238E27FC236}">
                      <a16:creationId xmlns:a16="http://schemas.microsoft.com/office/drawing/2014/main" id="{963D2350-439F-F8C0-4BA1-FBD681C8ED92}"/>
                    </a:ext>
                  </a:extLst>
                </p14:cNvPr>
                <p14:cNvContentPartPr/>
                <p14:nvPr/>
              </p14:nvContentPartPr>
              <p14:xfrm>
                <a:off x="7728497" y="3783926"/>
                <a:ext cx="189000" cy="160920"/>
              </p14:xfrm>
            </p:contentPart>
          </mc:Choice>
          <mc:Fallback>
            <p:pic>
              <p:nvPicPr>
                <p:cNvPr id="50" name="Ink 49">
                  <a:extLst>
                    <a:ext uri="{FF2B5EF4-FFF2-40B4-BE49-F238E27FC236}">
                      <a16:creationId xmlns:a16="http://schemas.microsoft.com/office/drawing/2014/main" id="{963D2350-439F-F8C0-4BA1-FBD681C8ED92}"/>
                    </a:ext>
                  </a:extLst>
                </p:cNvPr>
                <p:cNvPicPr/>
                <p:nvPr/>
              </p:nvPicPr>
              <p:blipFill>
                <a:blip r:embed="rId80"/>
                <a:stretch>
                  <a:fillRect/>
                </a:stretch>
              </p:blipFill>
              <p:spPr>
                <a:xfrm>
                  <a:off x="7719857" y="3775286"/>
                  <a:ext cx="20664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1" name="Ink 50">
                  <a:extLst>
                    <a:ext uri="{FF2B5EF4-FFF2-40B4-BE49-F238E27FC236}">
                      <a16:creationId xmlns:a16="http://schemas.microsoft.com/office/drawing/2014/main" id="{52D21814-1E43-B89E-7CBA-F0E451FF78FB}"/>
                    </a:ext>
                  </a:extLst>
                </p14:cNvPr>
                <p14:cNvContentPartPr/>
                <p14:nvPr/>
              </p14:nvContentPartPr>
              <p14:xfrm>
                <a:off x="7800857" y="3872846"/>
                <a:ext cx="147960" cy="12240"/>
              </p14:xfrm>
            </p:contentPart>
          </mc:Choice>
          <mc:Fallback>
            <p:pic>
              <p:nvPicPr>
                <p:cNvPr id="51" name="Ink 50">
                  <a:extLst>
                    <a:ext uri="{FF2B5EF4-FFF2-40B4-BE49-F238E27FC236}">
                      <a16:creationId xmlns:a16="http://schemas.microsoft.com/office/drawing/2014/main" id="{52D21814-1E43-B89E-7CBA-F0E451FF78FB}"/>
                    </a:ext>
                  </a:extLst>
                </p:cNvPr>
                <p:cNvPicPr/>
                <p:nvPr/>
              </p:nvPicPr>
              <p:blipFill>
                <a:blip r:embed="rId82"/>
                <a:stretch>
                  <a:fillRect/>
                </a:stretch>
              </p:blipFill>
              <p:spPr>
                <a:xfrm>
                  <a:off x="7792217" y="3863846"/>
                  <a:ext cx="165600" cy="29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3">
            <p14:nvContentPartPr>
              <p14:cNvPr id="53" name="Ink 52">
                <a:extLst>
                  <a:ext uri="{FF2B5EF4-FFF2-40B4-BE49-F238E27FC236}">
                    <a16:creationId xmlns:a16="http://schemas.microsoft.com/office/drawing/2014/main" id="{57F56497-6AA8-0B95-71EF-5050293E4A29}"/>
                  </a:ext>
                </a:extLst>
              </p14:cNvPr>
              <p14:cNvContentPartPr/>
              <p14:nvPr/>
            </p14:nvContentPartPr>
            <p14:xfrm>
              <a:off x="6451937" y="4479806"/>
              <a:ext cx="243720" cy="27720"/>
            </p14:xfrm>
          </p:contentPart>
        </mc:Choice>
        <mc:Fallback>
          <p:pic>
            <p:nvPicPr>
              <p:cNvPr id="53" name="Ink 52">
                <a:extLst>
                  <a:ext uri="{FF2B5EF4-FFF2-40B4-BE49-F238E27FC236}">
                    <a16:creationId xmlns:a16="http://schemas.microsoft.com/office/drawing/2014/main" id="{57F56497-6AA8-0B95-71EF-5050293E4A29}"/>
                  </a:ext>
                </a:extLst>
              </p:cNvPr>
              <p:cNvPicPr/>
              <p:nvPr/>
            </p:nvPicPr>
            <p:blipFill>
              <a:blip r:embed="rId84"/>
              <a:stretch>
                <a:fillRect/>
              </a:stretch>
            </p:blipFill>
            <p:spPr>
              <a:xfrm>
                <a:off x="6442937" y="4470806"/>
                <a:ext cx="26136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39D9BF3A-1413-64DB-D066-6A0DF2F5AC61}"/>
                  </a:ext>
                </a:extLst>
              </p14:cNvPr>
              <p14:cNvContentPartPr/>
              <p14:nvPr/>
            </p14:nvContentPartPr>
            <p14:xfrm>
              <a:off x="6423137" y="4642886"/>
              <a:ext cx="164880" cy="28800"/>
            </p14:xfrm>
          </p:contentPart>
        </mc:Choice>
        <mc:Fallback>
          <p:pic>
            <p:nvPicPr>
              <p:cNvPr id="54" name="Ink 53">
                <a:extLst>
                  <a:ext uri="{FF2B5EF4-FFF2-40B4-BE49-F238E27FC236}">
                    <a16:creationId xmlns:a16="http://schemas.microsoft.com/office/drawing/2014/main" id="{39D9BF3A-1413-64DB-D066-6A0DF2F5AC61}"/>
                  </a:ext>
                </a:extLst>
              </p:cNvPr>
              <p:cNvPicPr/>
              <p:nvPr/>
            </p:nvPicPr>
            <p:blipFill>
              <a:blip r:embed="rId86"/>
              <a:stretch>
                <a:fillRect/>
              </a:stretch>
            </p:blipFill>
            <p:spPr>
              <a:xfrm>
                <a:off x="6414137" y="4634246"/>
                <a:ext cx="18252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5" name="Ink 54">
                <a:extLst>
                  <a:ext uri="{FF2B5EF4-FFF2-40B4-BE49-F238E27FC236}">
                    <a16:creationId xmlns:a16="http://schemas.microsoft.com/office/drawing/2014/main" id="{B860F1E2-7E1C-4744-0E79-0F0CFCF326CA}"/>
                  </a:ext>
                </a:extLst>
              </p14:cNvPr>
              <p14:cNvContentPartPr/>
              <p14:nvPr/>
            </p14:nvContentPartPr>
            <p14:xfrm>
              <a:off x="6995897" y="4418246"/>
              <a:ext cx="56160" cy="359640"/>
            </p14:xfrm>
          </p:contentPart>
        </mc:Choice>
        <mc:Fallback>
          <p:pic>
            <p:nvPicPr>
              <p:cNvPr id="55" name="Ink 54">
                <a:extLst>
                  <a:ext uri="{FF2B5EF4-FFF2-40B4-BE49-F238E27FC236}">
                    <a16:creationId xmlns:a16="http://schemas.microsoft.com/office/drawing/2014/main" id="{B860F1E2-7E1C-4744-0E79-0F0CFCF326CA}"/>
                  </a:ext>
                </a:extLst>
              </p:cNvPr>
              <p:cNvPicPr/>
              <p:nvPr/>
            </p:nvPicPr>
            <p:blipFill>
              <a:blip r:embed="rId88"/>
              <a:stretch>
                <a:fillRect/>
              </a:stretch>
            </p:blipFill>
            <p:spPr>
              <a:xfrm>
                <a:off x="6987257" y="4409606"/>
                <a:ext cx="73800" cy="377280"/>
              </a:xfrm>
              <a:prstGeom prst="rect">
                <a:avLst/>
              </a:prstGeom>
            </p:spPr>
          </p:pic>
        </mc:Fallback>
      </mc:AlternateContent>
      <p:grpSp>
        <p:nvGrpSpPr>
          <p:cNvPr id="60" name="Group 59">
            <a:extLst>
              <a:ext uri="{FF2B5EF4-FFF2-40B4-BE49-F238E27FC236}">
                <a16:creationId xmlns:a16="http://schemas.microsoft.com/office/drawing/2014/main" id="{2E3B1FCF-4DC2-0E8E-77C6-1C82DEC9450D}"/>
              </a:ext>
            </a:extLst>
          </p:cNvPr>
          <p:cNvGrpSpPr/>
          <p:nvPr/>
        </p:nvGrpSpPr>
        <p:grpSpPr>
          <a:xfrm>
            <a:off x="8973737" y="3519326"/>
            <a:ext cx="444960" cy="406080"/>
            <a:chOff x="8973737" y="3519326"/>
            <a:chExt cx="444960" cy="406080"/>
          </a:xfrm>
        </p:grpSpPr>
        <mc:AlternateContent xmlns:mc="http://schemas.openxmlformats.org/markup-compatibility/2006">
          <mc:Choice xmlns:p14="http://schemas.microsoft.com/office/powerpoint/2010/main" Requires="p14">
            <p:contentPart p14:bwMode="auto" r:id="rId89">
              <p14:nvContentPartPr>
                <p14:cNvPr id="56" name="Ink 55">
                  <a:extLst>
                    <a:ext uri="{FF2B5EF4-FFF2-40B4-BE49-F238E27FC236}">
                      <a16:creationId xmlns:a16="http://schemas.microsoft.com/office/drawing/2014/main" id="{1583F9D9-9E83-71B4-66C8-C1A4BC8BFB1C}"/>
                    </a:ext>
                  </a:extLst>
                </p14:cNvPr>
                <p14:cNvContentPartPr/>
                <p14:nvPr/>
              </p14:nvContentPartPr>
              <p14:xfrm>
                <a:off x="8973737" y="3593126"/>
                <a:ext cx="163800" cy="194040"/>
              </p14:xfrm>
            </p:contentPart>
          </mc:Choice>
          <mc:Fallback>
            <p:pic>
              <p:nvPicPr>
                <p:cNvPr id="56" name="Ink 55">
                  <a:extLst>
                    <a:ext uri="{FF2B5EF4-FFF2-40B4-BE49-F238E27FC236}">
                      <a16:creationId xmlns:a16="http://schemas.microsoft.com/office/drawing/2014/main" id="{1583F9D9-9E83-71B4-66C8-C1A4BC8BFB1C}"/>
                    </a:ext>
                  </a:extLst>
                </p:cNvPr>
                <p:cNvPicPr/>
                <p:nvPr/>
              </p:nvPicPr>
              <p:blipFill>
                <a:blip r:embed="rId90"/>
                <a:stretch>
                  <a:fillRect/>
                </a:stretch>
              </p:blipFill>
              <p:spPr>
                <a:xfrm>
                  <a:off x="8964737" y="3584486"/>
                  <a:ext cx="18144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7" name="Ink 56">
                  <a:extLst>
                    <a:ext uri="{FF2B5EF4-FFF2-40B4-BE49-F238E27FC236}">
                      <a16:creationId xmlns:a16="http://schemas.microsoft.com/office/drawing/2014/main" id="{4CBF752F-207B-605D-EEE6-43AC7DB37C30}"/>
                    </a:ext>
                  </a:extLst>
                </p14:cNvPr>
                <p14:cNvContentPartPr/>
                <p14:nvPr/>
              </p14:nvContentPartPr>
              <p14:xfrm>
                <a:off x="9132137" y="3579086"/>
                <a:ext cx="16920" cy="346320"/>
              </p14:xfrm>
            </p:contentPart>
          </mc:Choice>
          <mc:Fallback>
            <p:pic>
              <p:nvPicPr>
                <p:cNvPr id="57" name="Ink 56">
                  <a:extLst>
                    <a:ext uri="{FF2B5EF4-FFF2-40B4-BE49-F238E27FC236}">
                      <a16:creationId xmlns:a16="http://schemas.microsoft.com/office/drawing/2014/main" id="{4CBF752F-207B-605D-EEE6-43AC7DB37C30}"/>
                    </a:ext>
                  </a:extLst>
                </p:cNvPr>
                <p:cNvPicPr/>
                <p:nvPr/>
              </p:nvPicPr>
              <p:blipFill>
                <a:blip r:embed="rId92"/>
                <a:stretch>
                  <a:fillRect/>
                </a:stretch>
              </p:blipFill>
              <p:spPr>
                <a:xfrm>
                  <a:off x="9123137" y="3570086"/>
                  <a:ext cx="34560" cy="36396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8" name="Ink 57">
                  <a:extLst>
                    <a:ext uri="{FF2B5EF4-FFF2-40B4-BE49-F238E27FC236}">
                      <a16:creationId xmlns:a16="http://schemas.microsoft.com/office/drawing/2014/main" id="{3F606A77-3EAD-B19F-5263-9ECB6D0E4859}"/>
                    </a:ext>
                  </a:extLst>
                </p14:cNvPr>
                <p14:cNvContentPartPr/>
                <p14:nvPr/>
              </p14:nvContentPartPr>
              <p14:xfrm>
                <a:off x="9255257" y="3548126"/>
                <a:ext cx="151200" cy="161280"/>
              </p14:xfrm>
            </p:contentPart>
          </mc:Choice>
          <mc:Fallback>
            <p:pic>
              <p:nvPicPr>
                <p:cNvPr id="58" name="Ink 57">
                  <a:extLst>
                    <a:ext uri="{FF2B5EF4-FFF2-40B4-BE49-F238E27FC236}">
                      <a16:creationId xmlns:a16="http://schemas.microsoft.com/office/drawing/2014/main" id="{3F606A77-3EAD-B19F-5263-9ECB6D0E4859}"/>
                    </a:ext>
                  </a:extLst>
                </p:cNvPr>
                <p:cNvPicPr/>
                <p:nvPr/>
              </p:nvPicPr>
              <p:blipFill>
                <a:blip r:embed="rId94"/>
                <a:stretch>
                  <a:fillRect/>
                </a:stretch>
              </p:blipFill>
              <p:spPr>
                <a:xfrm>
                  <a:off x="9246617" y="3539126"/>
                  <a:ext cx="1688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9" name="Ink 58">
                  <a:extLst>
                    <a:ext uri="{FF2B5EF4-FFF2-40B4-BE49-F238E27FC236}">
                      <a16:creationId xmlns:a16="http://schemas.microsoft.com/office/drawing/2014/main" id="{E2E95991-A03D-FC69-6F8D-0F8C933B3F48}"/>
                    </a:ext>
                  </a:extLst>
                </p14:cNvPr>
                <p14:cNvContentPartPr/>
                <p14:nvPr/>
              </p14:nvContentPartPr>
              <p14:xfrm>
                <a:off x="9405737" y="3519326"/>
                <a:ext cx="12960" cy="306720"/>
              </p14:xfrm>
            </p:contentPart>
          </mc:Choice>
          <mc:Fallback>
            <p:pic>
              <p:nvPicPr>
                <p:cNvPr id="59" name="Ink 58">
                  <a:extLst>
                    <a:ext uri="{FF2B5EF4-FFF2-40B4-BE49-F238E27FC236}">
                      <a16:creationId xmlns:a16="http://schemas.microsoft.com/office/drawing/2014/main" id="{E2E95991-A03D-FC69-6F8D-0F8C933B3F48}"/>
                    </a:ext>
                  </a:extLst>
                </p:cNvPr>
                <p:cNvPicPr/>
                <p:nvPr/>
              </p:nvPicPr>
              <p:blipFill>
                <a:blip r:embed="rId96"/>
                <a:stretch>
                  <a:fillRect/>
                </a:stretch>
              </p:blipFill>
              <p:spPr>
                <a:xfrm>
                  <a:off x="9396737" y="3510686"/>
                  <a:ext cx="30600" cy="324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7">
            <p14:nvContentPartPr>
              <p14:cNvPr id="61" name="Ink 60">
                <a:extLst>
                  <a:ext uri="{FF2B5EF4-FFF2-40B4-BE49-F238E27FC236}">
                    <a16:creationId xmlns:a16="http://schemas.microsoft.com/office/drawing/2014/main" id="{4BC0F31E-FE99-87E9-3B1F-67D4AD98BEA9}"/>
                  </a:ext>
                </a:extLst>
              </p14:cNvPr>
              <p14:cNvContentPartPr/>
              <p14:nvPr/>
            </p14:nvContentPartPr>
            <p14:xfrm>
              <a:off x="1047240" y="2148840"/>
              <a:ext cx="9642600" cy="4130640"/>
            </p14:xfrm>
          </p:contentPart>
        </mc:Choice>
        <mc:Fallback>
          <p:pic>
            <p:nvPicPr>
              <p:cNvPr id="61" name="Ink 60">
                <a:extLst>
                  <a:ext uri="{FF2B5EF4-FFF2-40B4-BE49-F238E27FC236}">
                    <a16:creationId xmlns:a16="http://schemas.microsoft.com/office/drawing/2014/main" id="{4BC0F31E-FE99-87E9-3B1F-67D4AD98BEA9}"/>
                  </a:ext>
                </a:extLst>
              </p:cNvPr>
              <p:cNvPicPr/>
              <p:nvPr/>
            </p:nvPicPr>
            <p:blipFill>
              <a:blip r:embed="rId98"/>
              <a:stretch>
                <a:fillRect/>
              </a:stretch>
            </p:blipFill>
            <p:spPr>
              <a:xfrm>
                <a:off x="1037880" y="2139480"/>
                <a:ext cx="9661320" cy="414936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20"/>
          <p:cNvPicPr preferRelativeResize="0"/>
          <p:nvPr/>
        </p:nvPicPr>
        <p:blipFill rotWithShape="1">
          <a:blip r:embed="rId3">
            <a:alphaModFix/>
          </a:blip>
          <a:srcRect/>
          <a:stretch/>
        </p:blipFill>
        <p:spPr>
          <a:xfrm>
            <a:off x="306671" y="1323338"/>
            <a:ext cx="8952487" cy="3230681"/>
          </a:xfrm>
          <a:prstGeom prst="rect">
            <a:avLst/>
          </a:prstGeom>
          <a:noFill/>
          <a:ln>
            <a:noFill/>
          </a:ln>
        </p:spPr>
      </p:pic>
      <p:sp>
        <p:nvSpPr>
          <p:cNvPr id="447" name="Google Shape;447;p20"/>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20</a:t>
            </a:fld>
            <a:endParaRPr/>
          </a:p>
        </p:txBody>
      </p:sp>
      <p:sp>
        <p:nvSpPr>
          <p:cNvPr id="448" name="Google Shape;448;p20"/>
          <p:cNvSpPr/>
          <p:nvPr/>
        </p:nvSpPr>
        <p:spPr>
          <a:xfrm>
            <a:off x="9707880" y="49004"/>
            <a:ext cx="2400300" cy="552976"/>
          </a:xfrm>
          <a:prstGeom prst="rect">
            <a:avLst/>
          </a:pr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49" name="Google Shape;449;p20"/>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sp>
        <p:nvSpPr>
          <p:cNvPr id="450" name="Google Shape;450;p20"/>
          <p:cNvSpPr txBox="1"/>
          <p:nvPr/>
        </p:nvSpPr>
        <p:spPr>
          <a:xfrm>
            <a:off x="306671" y="180338"/>
            <a:ext cx="7772400" cy="1143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1F3864"/>
              </a:buClr>
              <a:buSzPts val="4400"/>
              <a:buFont typeface="Tahoma"/>
              <a:buNone/>
            </a:pPr>
            <a:r>
              <a:rPr lang="en-US" sz="4400" b="0" i="0" u="none" strike="noStrike" cap="none">
                <a:solidFill>
                  <a:srgbClr val="1F3864"/>
                </a:solidFill>
                <a:latin typeface="Tahoma"/>
                <a:ea typeface="Tahoma"/>
                <a:cs typeface="Tahoma"/>
                <a:sym typeface="Tahoma"/>
              </a:rPr>
              <a:t>Example :-</a:t>
            </a:r>
            <a:endParaRPr sz="4400" b="0" i="0" u="none" strike="noStrike" cap="none">
              <a:solidFill>
                <a:srgbClr val="1F3864"/>
              </a:solidFill>
              <a:latin typeface="Tahoma"/>
              <a:ea typeface="Tahoma"/>
              <a:cs typeface="Tahoma"/>
              <a:sym typeface="Tahoma"/>
            </a:endParaRPr>
          </a:p>
        </p:txBody>
      </p:sp>
      <p:sp>
        <p:nvSpPr>
          <p:cNvPr id="451" name="Google Shape;451;p20"/>
          <p:cNvSpPr/>
          <p:nvPr/>
        </p:nvSpPr>
        <p:spPr>
          <a:xfrm>
            <a:off x="75826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2" name="Google Shape;452;p20"/>
          <p:cNvSpPr/>
          <p:nvPr/>
        </p:nvSpPr>
        <p:spPr>
          <a:xfrm>
            <a:off x="78874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3" name="Google Shape;453;p20"/>
          <p:cNvSpPr/>
          <p:nvPr/>
        </p:nvSpPr>
        <p:spPr>
          <a:xfrm>
            <a:off x="81922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4" name="Google Shape;454;p20"/>
          <p:cNvSpPr/>
          <p:nvPr/>
        </p:nvSpPr>
        <p:spPr>
          <a:xfrm>
            <a:off x="84970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5" name="Google Shape;455;p20"/>
          <p:cNvSpPr/>
          <p:nvPr/>
        </p:nvSpPr>
        <p:spPr>
          <a:xfrm>
            <a:off x="88018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6" name="Google Shape;456;p20"/>
          <p:cNvSpPr/>
          <p:nvPr/>
        </p:nvSpPr>
        <p:spPr>
          <a:xfrm>
            <a:off x="91066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7" name="Google Shape;457;p20"/>
          <p:cNvSpPr/>
          <p:nvPr/>
        </p:nvSpPr>
        <p:spPr>
          <a:xfrm>
            <a:off x="94114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8" name="Google Shape;458;p20"/>
          <p:cNvSpPr/>
          <p:nvPr/>
        </p:nvSpPr>
        <p:spPr>
          <a:xfrm>
            <a:off x="97162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59" name="Google Shape;459;p20"/>
          <p:cNvSpPr/>
          <p:nvPr/>
        </p:nvSpPr>
        <p:spPr>
          <a:xfrm>
            <a:off x="100210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60" name="Google Shape;460;p20"/>
          <p:cNvSpPr/>
          <p:nvPr/>
        </p:nvSpPr>
        <p:spPr>
          <a:xfrm>
            <a:off x="103258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61" name="Google Shape;461;p20"/>
          <p:cNvSpPr/>
          <p:nvPr/>
        </p:nvSpPr>
        <p:spPr>
          <a:xfrm>
            <a:off x="10630692" y="34582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62" name="Google Shape;462;p20"/>
          <p:cNvSpPr txBox="1"/>
          <p:nvPr/>
        </p:nvSpPr>
        <p:spPr>
          <a:xfrm>
            <a:off x="7585867"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0</a:t>
            </a:r>
            <a:endParaRPr/>
          </a:p>
        </p:txBody>
      </p:sp>
      <p:sp>
        <p:nvSpPr>
          <p:cNvPr id="463" name="Google Shape;463;p20"/>
          <p:cNvSpPr txBox="1"/>
          <p:nvPr/>
        </p:nvSpPr>
        <p:spPr>
          <a:xfrm>
            <a:off x="7887492"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a:t>
            </a:r>
            <a:endParaRPr/>
          </a:p>
        </p:txBody>
      </p:sp>
      <p:sp>
        <p:nvSpPr>
          <p:cNvPr id="464" name="Google Shape;464;p20"/>
          <p:cNvSpPr txBox="1"/>
          <p:nvPr/>
        </p:nvSpPr>
        <p:spPr>
          <a:xfrm>
            <a:off x="8189117"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2</a:t>
            </a:r>
            <a:endParaRPr/>
          </a:p>
        </p:txBody>
      </p:sp>
      <p:sp>
        <p:nvSpPr>
          <p:cNvPr id="465" name="Google Shape;465;p20"/>
          <p:cNvSpPr txBox="1"/>
          <p:nvPr/>
        </p:nvSpPr>
        <p:spPr>
          <a:xfrm>
            <a:off x="8490742"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3</a:t>
            </a:r>
            <a:endParaRPr/>
          </a:p>
        </p:txBody>
      </p:sp>
      <p:sp>
        <p:nvSpPr>
          <p:cNvPr id="466" name="Google Shape;466;p20"/>
          <p:cNvSpPr txBox="1"/>
          <p:nvPr/>
        </p:nvSpPr>
        <p:spPr>
          <a:xfrm>
            <a:off x="8792367"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4</a:t>
            </a:r>
            <a:endParaRPr/>
          </a:p>
        </p:txBody>
      </p:sp>
      <p:sp>
        <p:nvSpPr>
          <p:cNvPr id="467" name="Google Shape;467;p20"/>
          <p:cNvSpPr txBox="1"/>
          <p:nvPr/>
        </p:nvSpPr>
        <p:spPr>
          <a:xfrm>
            <a:off x="9093992"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5</a:t>
            </a:r>
            <a:endParaRPr/>
          </a:p>
        </p:txBody>
      </p:sp>
      <p:sp>
        <p:nvSpPr>
          <p:cNvPr id="468" name="Google Shape;468;p20"/>
          <p:cNvSpPr txBox="1"/>
          <p:nvPr/>
        </p:nvSpPr>
        <p:spPr>
          <a:xfrm>
            <a:off x="9395617"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6</a:t>
            </a:r>
            <a:endParaRPr/>
          </a:p>
        </p:txBody>
      </p:sp>
      <p:sp>
        <p:nvSpPr>
          <p:cNvPr id="469" name="Google Shape;469;p20"/>
          <p:cNvSpPr txBox="1"/>
          <p:nvPr/>
        </p:nvSpPr>
        <p:spPr>
          <a:xfrm>
            <a:off x="9697242"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7</a:t>
            </a:r>
            <a:endParaRPr/>
          </a:p>
        </p:txBody>
      </p:sp>
      <p:sp>
        <p:nvSpPr>
          <p:cNvPr id="470" name="Google Shape;470;p20"/>
          <p:cNvSpPr txBox="1"/>
          <p:nvPr/>
        </p:nvSpPr>
        <p:spPr>
          <a:xfrm>
            <a:off x="9998867"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8</a:t>
            </a:r>
            <a:endParaRPr/>
          </a:p>
        </p:txBody>
      </p:sp>
      <p:sp>
        <p:nvSpPr>
          <p:cNvPr id="471" name="Google Shape;471;p20"/>
          <p:cNvSpPr txBox="1"/>
          <p:nvPr/>
        </p:nvSpPr>
        <p:spPr>
          <a:xfrm>
            <a:off x="10300492" y="37249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9</a:t>
            </a:r>
            <a:endParaRPr/>
          </a:p>
        </p:txBody>
      </p:sp>
      <p:sp>
        <p:nvSpPr>
          <p:cNvPr id="472" name="Google Shape;472;p20"/>
          <p:cNvSpPr txBox="1"/>
          <p:nvPr/>
        </p:nvSpPr>
        <p:spPr>
          <a:xfrm>
            <a:off x="10544967" y="37249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10</a:t>
            </a:r>
            <a:endParaRPr/>
          </a:p>
        </p:txBody>
      </p:sp>
      <p:sp>
        <p:nvSpPr>
          <p:cNvPr id="473" name="Google Shape;473;p20"/>
          <p:cNvSpPr/>
          <p:nvPr/>
        </p:nvSpPr>
        <p:spPr>
          <a:xfrm>
            <a:off x="75826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74" name="Google Shape;474;p20"/>
          <p:cNvSpPr/>
          <p:nvPr/>
        </p:nvSpPr>
        <p:spPr>
          <a:xfrm>
            <a:off x="78874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75" name="Google Shape;475;p20"/>
          <p:cNvSpPr/>
          <p:nvPr/>
        </p:nvSpPr>
        <p:spPr>
          <a:xfrm>
            <a:off x="81922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76" name="Google Shape;476;p20"/>
          <p:cNvSpPr/>
          <p:nvPr/>
        </p:nvSpPr>
        <p:spPr>
          <a:xfrm>
            <a:off x="84970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77" name="Google Shape;477;p20"/>
          <p:cNvSpPr/>
          <p:nvPr/>
        </p:nvSpPr>
        <p:spPr>
          <a:xfrm>
            <a:off x="88018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0458C"/>
              </a:buClr>
              <a:buSzPts val="1800"/>
              <a:buFont typeface="Noto Sans Symbols"/>
              <a:buNone/>
            </a:pPr>
            <a:r>
              <a:rPr lang="en-US" sz="1800" b="0" i="0" u="none" strike="noStrike" cap="none">
                <a:solidFill>
                  <a:srgbClr val="40458C"/>
                </a:solidFill>
                <a:latin typeface="Tahoma"/>
                <a:ea typeface="Tahoma"/>
                <a:cs typeface="Tahoma"/>
                <a:sym typeface="Tahoma"/>
              </a:rPr>
              <a:t> </a:t>
            </a:r>
            <a:endParaRPr/>
          </a:p>
        </p:txBody>
      </p:sp>
      <p:sp>
        <p:nvSpPr>
          <p:cNvPr id="478" name="Google Shape;478;p20"/>
          <p:cNvSpPr/>
          <p:nvPr/>
        </p:nvSpPr>
        <p:spPr>
          <a:xfrm>
            <a:off x="91066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79" name="Google Shape;479;p20"/>
          <p:cNvSpPr/>
          <p:nvPr/>
        </p:nvSpPr>
        <p:spPr>
          <a:xfrm>
            <a:off x="94114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80" name="Google Shape;480;p20"/>
          <p:cNvSpPr/>
          <p:nvPr/>
        </p:nvSpPr>
        <p:spPr>
          <a:xfrm>
            <a:off x="97162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81" name="Google Shape;481;p20"/>
          <p:cNvSpPr/>
          <p:nvPr/>
        </p:nvSpPr>
        <p:spPr>
          <a:xfrm>
            <a:off x="100210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82" name="Google Shape;482;p20"/>
          <p:cNvSpPr/>
          <p:nvPr/>
        </p:nvSpPr>
        <p:spPr>
          <a:xfrm>
            <a:off x="103258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83" name="Google Shape;483;p20"/>
          <p:cNvSpPr/>
          <p:nvPr/>
        </p:nvSpPr>
        <p:spPr>
          <a:xfrm>
            <a:off x="10630692" y="4677404"/>
            <a:ext cx="304800" cy="304800"/>
          </a:xfrm>
          <a:prstGeom prst="rect">
            <a:avLst/>
          </a:prstGeom>
          <a:solidFill>
            <a:srgbClr val="ECD882"/>
          </a:solidFill>
          <a:ln w="19050"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Noto Sans Symbols"/>
              <a:buNone/>
            </a:pPr>
            <a:endParaRPr sz="1800" b="0" i="0" u="none" strike="noStrike" cap="none">
              <a:solidFill>
                <a:srgbClr val="40458C"/>
              </a:solidFill>
              <a:latin typeface="Tahoma"/>
              <a:ea typeface="Tahoma"/>
              <a:cs typeface="Tahoma"/>
              <a:sym typeface="Tahoma"/>
            </a:endParaRPr>
          </a:p>
        </p:txBody>
      </p:sp>
      <p:sp>
        <p:nvSpPr>
          <p:cNvPr id="484" name="Google Shape;484;p20"/>
          <p:cNvSpPr txBox="1"/>
          <p:nvPr/>
        </p:nvSpPr>
        <p:spPr>
          <a:xfrm>
            <a:off x="7585867"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0</a:t>
            </a:r>
            <a:endParaRPr/>
          </a:p>
        </p:txBody>
      </p:sp>
      <p:sp>
        <p:nvSpPr>
          <p:cNvPr id="485" name="Google Shape;485;p20"/>
          <p:cNvSpPr txBox="1"/>
          <p:nvPr/>
        </p:nvSpPr>
        <p:spPr>
          <a:xfrm>
            <a:off x="7887492"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a:t>
            </a:r>
            <a:endParaRPr/>
          </a:p>
        </p:txBody>
      </p:sp>
      <p:sp>
        <p:nvSpPr>
          <p:cNvPr id="486" name="Google Shape;486;p20"/>
          <p:cNvSpPr txBox="1"/>
          <p:nvPr/>
        </p:nvSpPr>
        <p:spPr>
          <a:xfrm>
            <a:off x="8189117"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2</a:t>
            </a:r>
            <a:endParaRPr/>
          </a:p>
        </p:txBody>
      </p:sp>
      <p:sp>
        <p:nvSpPr>
          <p:cNvPr id="487" name="Google Shape;487;p20"/>
          <p:cNvSpPr txBox="1"/>
          <p:nvPr/>
        </p:nvSpPr>
        <p:spPr>
          <a:xfrm>
            <a:off x="8490742"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3</a:t>
            </a:r>
            <a:endParaRPr/>
          </a:p>
        </p:txBody>
      </p:sp>
      <p:sp>
        <p:nvSpPr>
          <p:cNvPr id="488" name="Google Shape;488;p20"/>
          <p:cNvSpPr txBox="1"/>
          <p:nvPr/>
        </p:nvSpPr>
        <p:spPr>
          <a:xfrm>
            <a:off x="8792367"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4</a:t>
            </a:r>
            <a:endParaRPr/>
          </a:p>
        </p:txBody>
      </p:sp>
      <p:sp>
        <p:nvSpPr>
          <p:cNvPr id="489" name="Google Shape;489;p20"/>
          <p:cNvSpPr txBox="1"/>
          <p:nvPr/>
        </p:nvSpPr>
        <p:spPr>
          <a:xfrm>
            <a:off x="9093992"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5</a:t>
            </a:r>
            <a:endParaRPr/>
          </a:p>
        </p:txBody>
      </p:sp>
      <p:sp>
        <p:nvSpPr>
          <p:cNvPr id="490" name="Google Shape;490;p20"/>
          <p:cNvSpPr txBox="1"/>
          <p:nvPr/>
        </p:nvSpPr>
        <p:spPr>
          <a:xfrm>
            <a:off x="9395617"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6</a:t>
            </a:r>
            <a:endParaRPr/>
          </a:p>
        </p:txBody>
      </p:sp>
      <p:sp>
        <p:nvSpPr>
          <p:cNvPr id="491" name="Google Shape;491;p20"/>
          <p:cNvSpPr txBox="1"/>
          <p:nvPr/>
        </p:nvSpPr>
        <p:spPr>
          <a:xfrm>
            <a:off x="9697242"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7</a:t>
            </a:r>
            <a:endParaRPr/>
          </a:p>
        </p:txBody>
      </p:sp>
      <p:sp>
        <p:nvSpPr>
          <p:cNvPr id="492" name="Google Shape;492;p20"/>
          <p:cNvSpPr txBox="1"/>
          <p:nvPr/>
        </p:nvSpPr>
        <p:spPr>
          <a:xfrm>
            <a:off x="9998867"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8</a:t>
            </a:r>
            <a:endParaRPr/>
          </a:p>
        </p:txBody>
      </p:sp>
      <p:sp>
        <p:nvSpPr>
          <p:cNvPr id="493" name="Google Shape;493;p20"/>
          <p:cNvSpPr txBox="1"/>
          <p:nvPr/>
        </p:nvSpPr>
        <p:spPr>
          <a:xfrm>
            <a:off x="10300492" y="4944104"/>
            <a:ext cx="2984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9</a:t>
            </a:r>
            <a:endParaRPr/>
          </a:p>
        </p:txBody>
      </p:sp>
      <p:sp>
        <p:nvSpPr>
          <p:cNvPr id="494" name="Google Shape;494;p20"/>
          <p:cNvSpPr txBox="1"/>
          <p:nvPr/>
        </p:nvSpPr>
        <p:spPr>
          <a:xfrm>
            <a:off x="10544967" y="4944104"/>
            <a:ext cx="41275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40458C"/>
              </a:buClr>
              <a:buSzPts val="1800"/>
              <a:buFont typeface="Noto Sans Symbols"/>
              <a:buNone/>
            </a:pPr>
            <a:r>
              <a:rPr lang="en-US" sz="1800" b="0" i="0" u="none" strike="noStrike" cap="none">
                <a:solidFill>
                  <a:srgbClr val="40458C"/>
                </a:solidFill>
                <a:latin typeface="Times New Roman"/>
                <a:ea typeface="Times New Roman"/>
                <a:cs typeface="Times New Roman"/>
                <a:sym typeface="Times New Roman"/>
              </a:rPr>
              <a:t>10</a:t>
            </a:r>
            <a:endParaRPr/>
          </a:p>
        </p:txBody>
      </p:sp>
      <p:sp>
        <p:nvSpPr>
          <p:cNvPr id="495" name="Google Shape;495;p20"/>
          <p:cNvSpPr/>
          <p:nvPr/>
        </p:nvSpPr>
        <p:spPr>
          <a:xfrm>
            <a:off x="9411492" y="4144004"/>
            <a:ext cx="304800" cy="304800"/>
          </a:xfrm>
          <a:prstGeom prst="downArrow">
            <a:avLst>
              <a:gd name="adj1" fmla="val 50000"/>
              <a:gd name="adj2" fmla="val 25000"/>
            </a:avLst>
          </a:prstGeom>
          <a:noFill/>
          <a:ln w="28575" cap="flat" cmpd="sng">
            <a:solidFill>
              <a:srgbClr val="4045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40458C"/>
              </a:solidFill>
              <a:latin typeface="Tahoma"/>
              <a:ea typeface="Tahoma"/>
              <a:cs typeface="Tahoma"/>
              <a:sym typeface="Tahoma"/>
            </a:endParaRPr>
          </a:p>
        </p:txBody>
      </p:sp>
      <p:graphicFrame>
        <p:nvGraphicFramePr>
          <p:cNvPr id="496" name="Google Shape;496;p20"/>
          <p:cNvGraphicFramePr/>
          <p:nvPr/>
        </p:nvGraphicFramePr>
        <p:xfrm>
          <a:off x="7790586" y="724569"/>
          <a:ext cx="2933700" cy="2305050"/>
        </p:xfrm>
        <a:graphic>
          <a:graphicData uri="http://schemas.openxmlformats.org/presentationml/2006/ole">
            <mc:AlternateContent xmlns:mc="http://schemas.openxmlformats.org/markup-compatibility/2006">
              <mc:Choice xmlns:v="urn:schemas-microsoft-com:vml" Requires="v">
                <p:oleObj r:id="rId5" imgW="2933700" imgH="2305050" progId="Excel.Sheet.8">
                  <p:embed/>
                </p:oleObj>
              </mc:Choice>
              <mc:Fallback>
                <p:oleObj r:id="rId5" imgW="2933700" imgH="2305050" progId="Excel.Sheet.8">
                  <p:embed/>
                  <p:pic>
                    <p:nvPicPr>
                      <p:cNvPr id="496" name="Google Shape;496;p20"/>
                      <p:cNvPicPr preferRelativeResize="0"/>
                      <p:nvPr/>
                    </p:nvPicPr>
                    <p:blipFill rotWithShape="1">
                      <a:blip r:embed="rId6">
                        <a:alphaModFix/>
                      </a:blip>
                      <a:srcRect/>
                      <a:stretch/>
                    </p:blipFill>
                    <p:spPr>
                      <a:xfrm>
                        <a:off x="7790586" y="724569"/>
                        <a:ext cx="2933700" cy="2305050"/>
                      </a:xfrm>
                      <a:prstGeom prst="rect">
                        <a:avLst/>
                      </a:prstGeom>
                      <a:solidFill>
                        <a:srgbClr val="FFFFFF"/>
                      </a:solidFill>
                      <a:ln>
                        <a:noFill/>
                      </a:ln>
                    </p:spPr>
                  </p:pic>
                </p:oleObj>
              </mc:Fallback>
            </mc:AlternateContent>
          </a:graphicData>
        </a:graphic>
      </p:graphicFrame>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BBD31E82-2DC0-93EF-38C4-95E8B48E9FCD}"/>
                  </a:ext>
                </a:extLst>
              </p14:cNvPr>
              <p14:cNvContentPartPr/>
              <p14:nvPr/>
            </p14:nvContentPartPr>
            <p14:xfrm>
              <a:off x="2334617" y="2526806"/>
              <a:ext cx="819720" cy="51840"/>
            </p14:xfrm>
          </p:contentPart>
        </mc:Choice>
        <mc:Fallback>
          <p:pic>
            <p:nvPicPr>
              <p:cNvPr id="2" name="Ink 1">
                <a:extLst>
                  <a:ext uri="{FF2B5EF4-FFF2-40B4-BE49-F238E27FC236}">
                    <a16:creationId xmlns:a16="http://schemas.microsoft.com/office/drawing/2014/main" id="{BBD31E82-2DC0-93EF-38C4-95E8B48E9FCD}"/>
                  </a:ext>
                </a:extLst>
              </p:cNvPr>
              <p:cNvPicPr/>
              <p:nvPr/>
            </p:nvPicPr>
            <p:blipFill>
              <a:blip r:embed="rId8"/>
              <a:stretch>
                <a:fillRect/>
              </a:stretch>
            </p:blipFill>
            <p:spPr>
              <a:xfrm>
                <a:off x="2325617" y="2518166"/>
                <a:ext cx="837360" cy="6948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1"/>
          <p:cNvSpPr txBox="1">
            <a:spLocks noGrp="1"/>
          </p:cNvSpPr>
          <p:nvPr>
            <p:ph type="sldNum" idx="12"/>
          </p:nvPr>
        </p:nvSpPr>
        <p:spPr>
          <a:xfrm>
            <a:off x="9364980" y="6492875"/>
            <a:ext cx="2743200" cy="365125"/>
          </a:xfrm>
          <a:prstGeom prst="rect">
            <a:avLst/>
          </a:prstGeom>
          <a:noFill/>
          <a:ln>
            <a:noFill/>
          </a:ln>
        </p:spPr>
        <p:txBody>
          <a:bodyPr spcFirstLastPara="1" wrap="square" lIns="91425" tIns="45700" rIns="91425" bIns="45700" anchor="ctr" anchorCtr="0">
            <a:noAutofit/>
          </a:bodyPr>
          <a:lstStyle/>
          <a:p>
            <a:pPr marL="0" lvl="0" indent="0" algn="r" rtl="1">
              <a:spcBef>
                <a:spcPts val="0"/>
              </a:spcBef>
              <a:spcAft>
                <a:spcPts val="0"/>
              </a:spcAft>
              <a:buNone/>
            </a:pPr>
            <a:fld id="{00000000-1234-1234-1234-123412341234}" type="slidenum">
              <a:rPr lang="en-US"/>
              <a:t>21</a:t>
            </a:fld>
            <a:endParaRPr/>
          </a:p>
        </p:txBody>
      </p:sp>
      <p:sp>
        <p:nvSpPr>
          <p:cNvPr id="502" name="Google Shape;502;p21"/>
          <p:cNvSpPr/>
          <p:nvPr/>
        </p:nvSpPr>
        <p:spPr>
          <a:xfrm>
            <a:off x="9707880" y="49004"/>
            <a:ext cx="2400300" cy="552976"/>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3" name="Google Shape;503;p21"/>
          <p:cNvSpPr txBox="1">
            <a:spLocks noGrp="1"/>
          </p:cNvSpPr>
          <p:nvPr>
            <p:ph type="ftr" idx="11"/>
          </p:nvPr>
        </p:nvSpPr>
        <p:spPr>
          <a:xfrm>
            <a:off x="-51054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1">
              <a:spcBef>
                <a:spcPts val="0"/>
              </a:spcBef>
              <a:spcAft>
                <a:spcPts val="0"/>
              </a:spcAft>
              <a:buNone/>
            </a:pPr>
            <a:r>
              <a:rPr lang="en-US" b="1">
                <a:solidFill>
                  <a:srgbClr val="1E4E79"/>
                </a:solidFill>
                <a:latin typeface="Georgia"/>
                <a:ea typeface="Georgia"/>
                <a:cs typeface="Georgia"/>
                <a:sym typeface="Georgia"/>
              </a:rPr>
              <a:t>CS315 Algorithms Analysis and Design</a:t>
            </a:r>
            <a:endParaRPr/>
          </a:p>
        </p:txBody>
      </p:sp>
      <p:pic>
        <p:nvPicPr>
          <p:cNvPr id="504" name="Google Shape;504;p21"/>
          <p:cNvPicPr preferRelativeResize="0"/>
          <p:nvPr/>
        </p:nvPicPr>
        <p:blipFill rotWithShape="1">
          <a:blip r:embed="rId4">
            <a:alphaModFix/>
          </a:blip>
          <a:srcRect/>
          <a:stretch/>
        </p:blipFill>
        <p:spPr>
          <a:xfrm>
            <a:off x="10411040" y="4818985"/>
            <a:ext cx="1932425" cy="1932425"/>
          </a:xfrm>
          <a:prstGeom prst="rect">
            <a:avLst/>
          </a:prstGeom>
          <a:noFill/>
          <a:ln>
            <a:noFill/>
          </a:ln>
        </p:spPr>
      </p:pic>
      <p:sp>
        <p:nvSpPr>
          <p:cNvPr id="505" name="Google Shape;505;p21"/>
          <p:cNvSpPr txBox="1"/>
          <p:nvPr/>
        </p:nvSpPr>
        <p:spPr>
          <a:xfrm>
            <a:off x="352483" y="4446910"/>
            <a:ext cx="11646913" cy="685800"/>
          </a:xfrm>
          <a:prstGeom prst="rect">
            <a:avLst/>
          </a:prstGeom>
          <a:noFill/>
          <a:ln>
            <a:noFill/>
          </a:ln>
        </p:spPr>
        <p:txBody>
          <a:bodyPr spcFirstLastPara="1" wrap="square" lIns="91425" tIns="45700" rIns="91425" bIns="45700" anchor="b" anchorCtr="0">
            <a:noAutofit/>
          </a:bodyPr>
          <a:lstStyle/>
          <a:p>
            <a:pPr marL="0" marR="0" lvl="0" indent="0" algn="ctr" rtl="1">
              <a:lnSpc>
                <a:spcPct val="90000"/>
              </a:lnSpc>
              <a:spcBef>
                <a:spcPts val="0"/>
              </a:spcBef>
              <a:spcAft>
                <a:spcPts val="0"/>
              </a:spcAft>
              <a:buClr>
                <a:srgbClr val="2F5496"/>
              </a:buClr>
              <a:buSzPts val="2800"/>
              <a:buFont typeface="Calibri"/>
              <a:buNone/>
            </a:pPr>
            <a:r>
              <a:rPr lang="en-US" sz="2800" b="1" i="0" u="none" strike="noStrike" cap="none">
                <a:solidFill>
                  <a:srgbClr val="2F5496"/>
                </a:solidFill>
                <a:latin typeface="Calibri"/>
                <a:ea typeface="Calibri"/>
                <a:cs typeface="Calibri"/>
                <a:sym typeface="Calibri"/>
              </a:rPr>
              <a:t>The End ..</a:t>
            </a:r>
            <a:endParaRPr/>
          </a:p>
          <a:p>
            <a:pPr marL="0" marR="0" lvl="0" indent="0" algn="ctr" rtl="1">
              <a:lnSpc>
                <a:spcPct val="90000"/>
              </a:lnSpc>
              <a:spcBef>
                <a:spcPts val="0"/>
              </a:spcBef>
              <a:spcAft>
                <a:spcPts val="0"/>
              </a:spcAft>
              <a:buClr>
                <a:schemeClr val="dk1"/>
              </a:buClr>
              <a:buSzPts val="2800"/>
              <a:buFont typeface="Calibri"/>
              <a:buNone/>
            </a:pPr>
            <a:endParaRPr sz="2800" b="1" i="0" u="none" strike="noStrike" cap="none">
              <a:solidFill>
                <a:srgbClr val="2F5496"/>
              </a:solidFill>
              <a:latin typeface="Calibri"/>
              <a:ea typeface="Calibri"/>
              <a:cs typeface="Calibri"/>
              <a:sym typeface="Calibri"/>
            </a:endParaRPr>
          </a:p>
          <a:p>
            <a:pPr marL="0" marR="0" lvl="0" indent="0" algn="ctr" rtl="1">
              <a:lnSpc>
                <a:spcPct val="90000"/>
              </a:lnSpc>
              <a:spcBef>
                <a:spcPts val="0"/>
              </a:spcBef>
              <a:spcAft>
                <a:spcPts val="0"/>
              </a:spcAft>
              <a:buClr>
                <a:srgbClr val="2F5496"/>
              </a:buClr>
              <a:buSzPts val="2800"/>
              <a:buFont typeface="Calibri"/>
              <a:buNone/>
            </a:pPr>
            <a:r>
              <a:rPr lang="en-US" sz="2800" b="1" i="0" u="none" strike="noStrike" cap="none">
                <a:solidFill>
                  <a:srgbClr val="2F5496"/>
                </a:solidFill>
                <a:latin typeface="Calibri"/>
                <a:ea typeface="Calibri"/>
                <a:cs typeface="Calibri"/>
                <a:sym typeface="Calibri"/>
              </a:rPr>
              <a:t>This lecture was from</a:t>
            </a:r>
            <a:endParaRPr/>
          </a:p>
          <a:p>
            <a:pPr marL="0" marR="0" lvl="0" indent="0" algn="ctr" rtl="1">
              <a:lnSpc>
                <a:spcPct val="90000"/>
              </a:lnSpc>
              <a:spcBef>
                <a:spcPts val="0"/>
              </a:spcBef>
              <a:spcAft>
                <a:spcPts val="0"/>
              </a:spcAft>
              <a:buClr>
                <a:schemeClr val="dk1"/>
              </a:buClr>
              <a:buSzPts val="2800"/>
              <a:buFont typeface="Calibri"/>
              <a:buNone/>
            </a:pPr>
            <a:endParaRPr sz="2800" b="1" i="0" u="none" strike="noStrike" cap="none">
              <a:solidFill>
                <a:srgbClr val="2F5496"/>
              </a:solidFill>
              <a:latin typeface="Calibri"/>
              <a:ea typeface="Calibri"/>
              <a:cs typeface="Calibri"/>
              <a:sym typeface="Calibri"/>
            </a:endParaRPr>
          </a:p>
          <a:p>
            <a:pPr marL="0" marR="0" lvl="0" indent="0" algn="ctr" rtl="1">
              <a:lnSpc>
                <a:spcPct val="90000"/>
              </a:lnSpc>
              <a:spcBef>
                <a:spcPts val="0"/>
              </a:spcBef>
              <a:spcAft>
                <a:spcPts val="0"/>
              </a:spcAft>
              <a:buClr>
                <a:srgbClr val="2F5496"/>
              </a:buClr>
              <a:buSzPts val="2800"/>
              <a:buFont typeface="Calibri"/>
              <a:buNone/>
            </a:pPr>
            <a:r>
              <a:rPr lang="en-US" sz="2800" b="1" i="0" u="none" strike="noStrike" cap="none">
                <a:solidFill>
                  <a:srgbClr val="2F5496"/>
                </a:solidFill>
                <a:latin typeface="Calibri"/>
                <a:ea typeface="Calibri"/>
                <a:cs typeface="Calibri"/>
                <a:sym typeface="Calibri"/>
              </a:rPr>
              <a:t> </a:t>
            </a:r>
            <a:r>
              <a:rPr lang="en-US" sz="2800" b="1" i="0" u="none" strike="noStrike" cap="none">
                <a:solidFill>
                  <a:srgbClr val="009999"/>
                </a:solidFill>
                <a:latin typeface="Calibri"/>
                <a:ea typeface="Calibri"/>
                <a:cs typeface="Calibri"/>
                <a:sym typeface="Calibri"/>
              </a:rPr>
              <a:t>Algorithm Design: Foundations, Analysis, and Internet Examples</a:t>
            </a:r>
            <a:endParaRPr/>
          </a:p>
          <a:p>
            <a:pPr marL="0" marR="0" lvl="0" indent="0" algn="ctr" rtl="1">
              <a:lnSpc>
                <a:spcPct val="90000"/>
              </a:lnSpc>
              <a:spcBef>
                <a:spcPts val="0"/>
              </a:spcBef>
              <a:spcAft>
                <a:spcPts val="0"/>
              </a:spcAft>
              <a:buClr>
                <a:srgbClr val="009999"/>
              </a:buClr>
              <a:buSzPts val="2800"/>
              <a:buFont typeface="Calibri"/>
              <a:buNone/>
            </a:pPr>
            <a:r>
              <a:rPr lang="en-US" sz="2800" b="0" i="0" u="none" strike="noStrike" cap="none">
                <a:solidFill>
                  <a:srgbClr val="009999"/>
                </a:solidFill>
                <a:latin typeface="Calibri"/>
                <a:ea typeface="Calibri"/>
                <a:cs typeface="Calibri"/>
                <a:sym typeface="Calibri"/>
              </a:rPr>
              <a:t>By Michael T. Goodrich, Roberto Tamassia</a:t>
            </a:r>
            <a:endParaRPr sz="2800" b="0" i="0" u="none" strike="noStrike" cap="none">
              <a:solidFill>
                <a:srgbClr val="009999"/>
              </a:solidFill>
              <a:latin typeface="Calibri"/>
              <a:ea typeface="Calibri"/>
              <a:cs typeface="Calibri"/>
              <a:sym typeface="Calibri"/>
            </a:endParaRPr>
          </a:p>
          <a:p>
            <a:pPr marL="0" marR="0" lvl="0" indent="0" algn="ctr" rtl="1">
              <a:lnSpc>
                <a:spcPct val="90000"/>
              </a:lnSpc>
              <a:spcBef>
                <a:spcPts val="0"/>
              </a:spcBef>
              <a:spcAft>
                <a:spcPts val="0"/>
              </a:spcAft>
              <a:buClr>
                <a:srgbClr val="2F5496"/>
              </a:buClr>
              <a:buSzPts val="2800"/>
              <a:buFont typeface="Calibri"/>
              <a:buNone/>
            </a:pPr>
            <a:r>
              <a:rPr lang="en-US" sz="2800" b="1" i="0" u="none" strike="noStrike" cap="none">
                <a:solidFill>
                  <a:srgbClr val="2F5496"/>
                </a:solidFill>
                <a:latin typeface="Calibri"/>
                <a:ea typeface="Calibri"/>
                <a:cs typeface="Calibri"/>
                <a:sym typeface="Calibri"/>
              </a:rPr>
              <a:t> chapter 2.5</a:t>
            </a:r>
            <a:endParaRPr/>
          </a:p>
          <a:p>
            <a:pPr marL="0" marR="0" lvl="0" indent="0" algn="ctr" rtl="1">
              <a:lnSpc>
                <a:spcPct val="90000"/>
              </a:lnSpc>
              <a:spcBef>
                <a:spcPts val="0"/>
              </a:spcBef>
              <a:spcAft>
                <a:spcPts val="0"/>
              </a:spcAft>
              <a:buClr>
                <a:schemeClr val="dk1"/>
              </a:buClr>
              <a:buSzPts val="2800"/>
              <a:buFont typeface="Calibri"/>
              <a:buNone/>
            </a:pPr>
            <a:endParaRPr sz="2800" b="1" i="0" u="none" strike="noStrike" cap="none">
              <a:solidFill>
                <a:srgbClr val="009999"/>
              </a:solidFill>
              <a:latin typeface="Calibri"/>
              <a:ea typeface="Calibri"/>
              <a:cs typeface="Calibri"/>
              <a:sym typeface="Calibri"/>
            </a:endParaRPr>
          </a:p>
          <a:p>
            <a:pPr marL="0" marR="0" lvl="0" indent="0" algn="ctr" rtl="1">
              <a:lnSpc>
                <a:spcPct val="90000"/>
              </a:lnSpc>
              <a:spcBef>
                <a:spcPts val="0"/>
              </a:spcBef>
              <a:spcAft>
                <a:spcPts val="0"/>
              </a:spcAft>
              <a:buClr>
                <a:srgbClr val="009999"/>
              </a:buClr>
              <a:buSzPts val="2800"/>
              <a:buFont typeface="Calibri"/>
              <a:buNone/>
            </a:pPr>
            <a:r>
              <a:rPr lang="en-US" sz="2800" b="1" i="0" u="none" strike="noStrike" cap="none">
                <a:solidFill>
                  <a:srgbClr val="009999"/>
                </a:solidFill>
                <a:latin typeface="Calibri"/>
                <a:ea typeface="Calibri"/>
                <a:cs typeface="Calibri"/>
                <a:sym typeface="Calibri"/>
              </a:rPr>
              <a:t>Introduction_to_Algorithms_Third_Edition_(2022)</a:t>
            </a:r>
            <a:endParaRPr/>
          </a:p>
          <a:p>
            <a:pPr marL="0" marR="0" lvl="0" indent="0" algn="ctr" rtl="1">
              <a:lnSpc>
                <a:spcPct val="90000"/>
              </a:lnSpc>
              <a:spcBef>
                <a:spcPts val="0"/>
              </a:spcBef>
              <a:spcAft>
                <a:spcPts val="0"/>
              </a:spcAft>
              <a:buClr>
                <a:srgbClr val="2F5496"/>
              </a:buClr>
              <a:buSzPts val="2800"/>
              <a:buFont typeface="Calibri"/>
              <a:buNone/>
            </a:pPr>
            <a:r>
              <a:rPr lang="en-US" sz="2800" b="1" i="0" u="none" strike="noStrike" cap="none">
                <a:solidFill>
                  <a:srgbClr val="2F5496"/>
                </a:solidFill>
                <a:latin typeface="Calibri"/>
                <a:ea typeface="Calibri"/>
                <a:cs typeface="Calibri"/>
                <a:sym typeface="Calibri"/>
              </a:rPr>
              <a:t>chapter 11</a:t>
            </a:r>
            <a:endParaRPr/>
          </a:p>
          <a:p>
            <a:pPr marL="0" marR="0" lvl="0" indent="0" algn="ctr" rtl="1">
              <a:lnSpc>
                <a:spcPct val="90000"/>
              </a:lnSpc>
              <a:spcBef>
                <a:spcPts val="0"/>
              </a:spcBef>
              <a:spcAft>
                <a:spcPts val="0"/>
              </a:spcAft>
              <a:buClr>
                <a:schemeClr val="dk1"/>
              </a:buClr>
              <a:buSzPts val="2800"/>
              <a:buFont typeface="Calibri"/>
              <a:buNone/>
            </a:pPr>
            <a:endParaRPr sz="2800" b="1" i="0" u="none" strike="noStrike" cap="none">
              <a:solidFill>
                <a:srgbClr val="2F549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نسق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4016</TotalTime>
  <Words>2575</Words>
  <Application>Microsoft Office PowerPoint</Application>
  <PresentationFormat>Widescreen</PresentationFormat>
  <Paragraphs>457</Paragraphs>
  <Slides>21</Slides>
  <Notes>21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1" baseType="lpstr">
      <vt:lpstr>Georgia</vt:lpstr>
      <vt:lpstr>Verdana</vt:lpstr>
      <vt:lpstr>Arial</vt:lpstr>
      <vt:lpstr>Calibri</vt:lpstr>
      <vt:lpstr>Noto Sans Symbols</vt:lpstr>
      <vt:lpstr>Tahoma</vt:lpstr>
      <vt:lpstr>Times New Roman</vt:lpstr>
      <vt:lpstr>Old Standard TT</vt:lpstr>
      <vt:lpstr>نسق Office</vt:lpstr>
      <vt:lpstr>Microsoft Excel 97-2003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Athar Al-wabel</dc:creator>
  <cp:lastModifiedBy>نواف محمد سويلم الحربى</cp:lastModifiedBy>
  <cp:revision>1</cp:revision>
  <dcterms:created xsi:type="dcterms:W3CDTF">2023-03-18T08:26:15Z</dcterms:created>
  <dcterms:modified xsi:type="dcterms:W3CDTF">2026-02-11T09:03:22Z</dcterms:modified>
</cp:coreProperties>
</file>